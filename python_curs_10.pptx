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1" r:id="rId5"/>
  </p:sldMasterIdLst>
  <p:notesMasterIdLst>
    <p:notesMasterId r:id="rId43"/>
  </p:notesMasterIdLst>
  <p:handoutMasterIdLst>
    <p:handoutMasterId r:id="rId44"/>
  </p:handoutMasterIdLst>
  <p:sldIdLst>
    <p:sldId id="338" r:id="rId6"/>
    <p:sldId id="342" r:id="rId7"/>
    <p:sldId id="371" r:id="rId8"/>
    <p:sldId id="343" r:id="rId9"/>
    <p:sldId id="345" r:id="rId10"/>
    <p:sldId id="346" r:id="rId11"/>
    <p:sldId id="355" r:id="rId12"/>
    <p:sldId id="366" r:id="rId13"/>
    <p:sldId id="356" r:id="rId14"/>
    <p:sldId id="363" r:id="rId15"/>
    <p:sldId id="361" r:id="rId16"/>
    <p:sldId id="364" r:id="rId17"/>
    <p:sldId id="365" r:id="rId18"/>
    <p:sldId id="362" r:id="rId19"/>
    <p:sldId id="347" r:id="rId20"/>
    <p:sldId id="349" r:id="rId21"/>
    <p:sldId id="350" r:id="rId22"/>
    <p:sldId id="351" r:id="rId23"/>
    <p:sldId id="352" r:id="rId24"/>
    <p:sldId id="353" r:id="rId25"/>
    <p:sldId id="354" r:id="rId26"/>
    <p:sldId id="357" r:id="rId27"/>
    <p:sldId id="358" r:id="rId28"/>
    <p:sldId id="359" r:id="rId29"/>
    <p:sldId id="360" r:id="rId30"/>
    <p:sldId id="367" r:id="rId31"/>
    <p:sldId id="369" r:id="rId32"/>
    <p:sldId id="368" r:id="rId33"/>
    <p:sldId id="370" r:id="rId34"/>
    <p:sldId id="372" r:id="rId35"/>
    <p:sldId id="373" r:id="rId36"/>
    <p:sldId id="374" r:id="rId37"/>
    <p:sldId id="378" r:id="rId38"/>
    <p:sldId id="376" r:id="rId39"/>
    <p:sldId id="377" r:id="rId40"/>
    <p:sldId id="379" r:id="rId41"/>
    <p:sldId id="380" r:id="rId42"/>
  </p:sldIdLst>
  <p:sldSz cx="12192000" cy="6858000"/>
  <p:notesSz cx="6858000" cy="9144000"/>
  <p:custDataLst>
    <p:tags r:id="rId4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7" orient="horz" pos="2160" userDrawn="1">
          <p15:clr>
            <a:srgbClr val="A4A3A4"/>
          </p15:clr>
        </p15:guide>
        <p15:guide id="8" pos="422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1758EA0-049A-15DF-4B84-AD4699BAF180}" name="Iustinian Dominte" initials="ID" userId="S::i.dominte@levi9.com::0b5c6e0d-5e6d-4058-b86e-20089327a8a0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Pien Oosterman" initials="PO" lastIdx="12" clrIdx="6">
    <p:extLst>
      <p:ext uri="{19B8F6BF-5375-455C-9EA6-DF929625EA0E}">
        <p15:presenceInfo xmlns:p15="http://schemas.microsoft.com/office/powerpoint/2012/main" userId="Pien Oosterman" providerId="None"/>
      </p:ext>
    </p:extLst>
  </p:cmAuthor>
  <p:cmAuthor id="1" name="Bouwman, R. (Remke)" initials="RB" lastIdx="68" clrIdx="0"/>
  <p:cmAuthor id="2" name="CAV2" initials="C" lastIdx="5" clrIdx="1"/>
  <p:cmAuthor id="3" name="Cristina Soos" initials="CS" lastIdx="15" clrIdx="2">
    <p:extLst>
      <p:ext uri="{19B8F6BF-5375-455C-9EA6-DF929625EA0E}">
        <p15:presenceInfo xmlns:p15="http://schemas.microsoft.com/office/powerpoint/2012/main" userId="S::c.soos@levi9.com::3ba9d322-78a1-40a0-a759-311f123ecf5d" providerId="AD"/>
      </p:ext>
    </p:extLst>
  </p:cmAuthor>
  <p:cmAuthor id="4" name="Sofija Jovanovic" initials="SJ" lastIdx="6" clrIdx="3">
    <p:extLst>
      <p:ext uri="{19B8F6BF-5375-455C-9EA6-DF929625EA0E}">
        <p15:presenceInfo xmlns:p15="http://schemas.microsoft.com/office/powerpoint/2012/main" userId="S::s.jovanovic@levi9.com::90ea4147-b3ab-48a6-ad2f-094f117823aa" providerId="AD"/>
      </p:ext>
    </p:extLst>
  </p:cmAuthor>
  <p:cmAuthor id="5" name="Anna Poloz" initials="AP" lastIdx="1" clrIdx="4">
    <p:extLst>
      <p:ext uri="{19B8F6BF-5375-455C-9EA6-DF929625EA0E}">
        <p15:presenceInfo xmlns:p15="http://schemas.microsoft.com/office/powerpoint/2012/main" userId="S::a.poloz@levi9.com::efc40674-35b1-4e01-9307-a01fcf005e85" providerId="AD"/>
      </p:ext>
    </p:extLst>
  </p:cmAuthor>
  <p:cmAuthor id="6" name="Razvan Mereuta" initials="RM" lastIdx="5" clrIdx="5">
    <p:extLst>
      <p:ext uri="{19B8F6BF-5375-455C-9EA6-DF929625EA0E}">
        <p15:presenceInfo xmlns:p15="http://schemas.microsoft.com/office/powerpoint/2012/main" userId="S::r.mereuta@levi9.com::98d2cd30-d150-459b-a41b-27e1e6f0bb0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892"/>
    <a:srgbClr val="000000"/>
    <a:srgbClr val="FF4500"/>
    <a:srgbClr val="FFD203"/>
    <a:srgbClr val="E6E6E6"/>
    <a:srgbClr val="EAEAEA"/>
    <a:srgbClr val="00A13A"/>
    <a:srgbClr val="FF6608"/>
    <a:srgbClr val="706F6F"/>
    <a:srgbClr val="FF7D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5FD51B-8A87-7431-457D-F417A2678988}" v="265" dt="2025-08-04T20:20:01.371"/>
    <p1510:client id="{28BFF15D-6AD6-FA1D-B8E2-21069B6ECE98}" v="664" dt="2025-08-06T07:26:45.587"/>
    <p1510:client id="{4DAA503D-889E-4F44-B77C-CD6CE367321D}" v="4" dt="2025-08-05T14:39:33.428"/>
    <p1510:client id="{837C9D4E-1416-41BB-BD0A-7CB6122B473D}" v="988" dt="2025-08-05T13:26:12.889"/>
    <p1510:client id="{9C494E05-602A-B919-1C54-FCD2FB63260D}" v="1679" dt="2025-08-04T13:34:02.071"/>
    <p1510:client id="{B6323138-6406-5C08-0880-789F3FDBD3E0}" v="163" dt="2025-08-05T07:39:43.699"/>
  </p1510:revLst>
</p1510:revInfo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4226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tags" Target="tags/tag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handoutMaster" Target="handoutMasters/handoutMaster1.xml"/><Relationship Id="rId52" Type="http://schemas.microsoft.com/office/2018/10/relationships/authors" Target="author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notesMaster" Target="notesMasters/notesMaster1.xml"/><Relationship Id="rId48" Type="http://schemas.openxmlformats.org/officeDocument/2006/relationships/viewProps" Target="viewProps.xml"/><Relationship Id="rId8" Type="http://schemas.openxmlformats.org/officeDocument/2006/relationships/slide" Target="slides/slide3.xml"/><Relationship Id="rId51" Type="http://schemas.microsoft.com/office/2015/10/relationships/revisionInfo" Target="revisionInfo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commentAuthors" Target="commentAuthor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9DD6AA-DA07-4B49-84C4-DD15DC5E0A8E}" type="datetimeFigureOut">
              <a:rPr lang="en-GB" smtClean="0"/>
              <a:t>06/08/2025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52732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685800" y="0"/>
            <a:ext cx="4966198" cy="324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00"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778000" y="0"/>
            <a:ext cx="1080000" cy="324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00">
                <a:latin typeface="+mn-lt"/>
              </a:defRPr>
            </a:lvl1pPr>
          </a:lstStyle>
          <a:p>
            <a:fld id="{B6962210-35F6-42EB-A3B8-FCE6E13B30BA}" type="datetimeFigureOut">
              <a:rPr lang="en-GB" smtClean="0"/>
              <a:pPr/>
              <a:t>06/08/2025</a:t>
            </a:fld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938589"/>
            <a:ext cx="5486400" cy="4746624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685799" y="8856661"/>
            <a:ext cx="4966199" cy="252000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l">
              <a:defRPr sz="1000"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778000" y="8856661"/>
            <a:ext cx="1080000" cy="252000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r">
              <a:defRPr sz="1000">
                <a:latin typeface="+mn-lt"/>
              </a:defRPr>
            </a:lvl1pPr>
          </a:lstStyle>
          <a:p>
            <a:fld id="{E762DFE1-544E-4AD0-8AE2-9ADF9877B11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Slide Image Placeholder 7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1041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8337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lnSpc>
        <a:spcPct val="110000"/>
      </a:lnSpc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174625" indent="-174625" algn="l" defTabSz="914400" rtl="0" eaLnBrk="1" latinLnBrk="0" hangingPunct="1">
      <a:lnSpc>
        <a:spcPct val="110000"/>
      </a:lnSpc>
      <a:buFont typeface="ING Me" pitchFamily="2" charset="0"/>
      <a:buChar char="•"/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360363" indent="-174625" algn="l" defTabSz="914400" rtl="0" eaLnBrk="1" latinLnBrk="0" hangingPunct="1">
      <a:lnSpc>
        <a:spcPct val="110000"/>
      </a:lnSpc>
      <a:buFont typeface="ING Me" pitchFamily="2" charset="0"/>
      <a:buChar char="•"/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534988" indent="-174625" algn="l" defTabSz="914400" rtl="0" eaLnBrk="1" latinLnBrk="0" hangingPunct="1">
      <a:lnSpc>
        <a:spcPct val="110000"/>
      </a:lnSpc>
      <a:buFont typeface="ING Me" pitchFamily="2" charset="0"/>
      <a:buChar char="•"/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719138" indent="-174625" algn="l" defTabSz="914400" rtl="0" eaLnBrk="1" latinLnBrk="0" hangingPunct="1">
      <a:lnSpc>
        <a:spcPct val="110000"/>
      </a:lnSpc>
      <a:buFont typeface="ING Me" pitchFamily="2" charset="0"/>
      <a:buChar char="•"/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376" userDrawn="1">
          <p15:clr>
            <a:srgbClr val="F26B43"/>
          </p15:clr>
        </p15:guide>
        <p15:guide id="2" orient="horz" pos="432" userDrawn="1">
          <p15:clr>
            <a:srgbClr val="F26B43"/>
          </p15:clr>
        </p15:guide>
        <p15:guide id="3" orient="horz" pos="2481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681038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62DFE1-544E-4AD0-8AE2-9ADF9877B110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69106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681038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62DFE1-544E-4AD0-8AE2-9ADF9877B110}" type="slidenum">
              <a:rPr lang="en-GB" smtClean="0"/>
              <a:pPr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24595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8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gif"/><Relationship Id="rId2" Type="http://schemas.openxmlformats.org/officeDocument/2006/relationships/image" Target="../media/image22.gi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6.gif"/><Relationship Id="rId5" Type="http://schemas.openxmlformats.org/officeDocument/2006/relationships/image" Target="../media/image25.gif"/><Relationship Id="rId4" Type="http://schemas.openxmlformats.org/officeDocument/2006/relationships/image" Target="../media/image24.gif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A3FBD03-4125-0E56-2BF0-2CFF80BED38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2">
                  <a:lumMod val="75000"/>
                </a:schemeClr>
              </a:gs>
              <a:gs pos="86000">
                <a:schemeClr val="accent2"/>
              </a:gs>
            </a:gsLst>
            <a:lin ang="174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89B000C-D858-217D-5117-8E39929953E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7244" t="5698" r="5419" b="27692"/>
          <a:stretch/>
        </p:blipFill>
        <p:spPr>
          <a:xfrm>
            <a:off x="3447052" y="0"/>
            <a:ext cx="8744948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830BD02-8C2D-C95A-22CF-54076478E67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alpha val="16976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F553BF7-0FA8-AB7F-C056-6B46326C1F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5193" y="5138527"/>
            <a:ext cx="10605051" cy="705679"/>
          </a:xfrm>
        </p:spPr>
        <p:txBody>
          <a:bodyPr anchor="t">
            <a:no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71F8F9-C766-D0ED-5194-961D032B1BA5}"/>
              </a:ext>
            </a:extLst>
          </p:cNvPr>
          <p:cNvSpPr/>
          <p:nvPr/>
        </p:nvSpPr>
        <p:spPr>
          <a:xfrm>
            <a:off x="879285" y="4771827"/>
            <a:ext cx="914400" cy="457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 sz="180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DF2B0550-2937-93A7-F720-64EB27A6B0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5193" y="4374355"/>
            <a:ext cx="10605051" cy="373615"/>
          </a:xfrm>
        </p:spPr>
        <p:txBody>
          <a:bodyPr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D2DF5044-719C-9ABE-16E2-C0ABF7AF83E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5192" y="758129"/>
            <a:ext cx="1094400" cy="54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4669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- Dark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4E66BAE-CFFA-81DA-2A4C-381EA293767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2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174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60C24C7-CA03-C4A6-D355-BF4DA93073F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7244" t="5698" r="5419" b="27692"/>
          <a:stretch/>
        </p:blipFill>
        <p:spPr>
          <a:xfrm>
            <a:off x="3447052" y="0"/>
            <a:ext cx="8744948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0DF1900-2194-24A9-37D4-B2251D182CDF}"/>
              </a:ext>
            </a:extLst>
          </p:cNvPr>
          <p:cNvSpPr/>
          <p:nvPr/>
        </p:nvSpPr>
        <p:spPr>
          <a:xfrm>
            <a:off x="-8282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lumMod val="17000"/>
                  <a:alpha val="99940"/>
                </a:schemeClr>
              </a:gs>
              <a:gs pos="100000">
                <a:schemeClr val="tx2">
                  <a:lumMod val="75000"/>
                  <a:alpha val="0"/>
                </a:schemeClr>
              </a:gs>
            </a:gsLst>
            <a:lin ang="174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8566EDF-D611-9653-4512-114DD022B5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5193" y="5138527"/>
            <a:ext cx="10605051" cy="705679"/>
          </a:xfrm>
        </p:spPr>
        <p:txBody>
          <a:bodyPr anchor="t">
            <a:no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2D090FC-6EB3-903F-1654-23BF1B580646}"/>
              </a:ext>
            </a:extLst>
          </p:cNvPr>
          <p:cNvSpPr/>
          <p:nvPr/>
        </p:nvSpPr>
        <p:spPr>
          <a:xfrm>
            <a:off x="879285" y="4771827"/>
            <a:ext cx="914400" cy="457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 sz="180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C6DFA5C0-6C63-B653-9326-8F69DB05AC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5193" y="4374355"/>
            <a:ext cx="10605051" cy="373615"/>
          </a:xfrm>
        </p:spPr>
        <p:txBody>
          <a:bodyPr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269D54D8-DAD6-5485-CFCB-41C4BD9711C8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5192" y="758129"/>
            <a:ext cx="1094400" cy="54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061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- Dark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D56651E-AFC1-EA76-1E0D-E0814C2A73C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63A8453-F3A0-EF7B-2A16-1C9F3EC5DFA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7244" t="5698" r="5419" b="27692"/>
          <a:stretch/>
        </p:blipFill>
        <p:spPr>
          <a:xfrm>
            <a:off x="3447052" y="0"/>
            <a:ext cx="8744948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B7D1872-4D58-9A80-E925-728B9B63D9C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100000">
                <a:schemeClr val="accent1">
                  <a:alpha val="16976"/>
                </a:schemeClr>
              </a:gs>
            </a:gsLst>
            <a:lin ang="174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85192" y="4836452"/>
            <a:ext cx="1358568" cy="996949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400" b="0" i="0" baseline="0">
                <a:solidFill>
                  <a:schemeClr val="bg1"/>
                </a:solidFill>
                <a:latin typeface="Geologica" pitchFamily="2" charset="0"/>
              </a:defRPr>
            </a:lvl1pPr>
          </a:lstStyle>
          <a:p>
            <a:r>
              <a:rPr lang="en-US"/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2F3E8B-735B-6709-0601-E605B8862332}"/>
              </a:ext>
            </a:extLst>
          </p:cNvPr>
          <p:cNvSpPr/>
          <p:nvPr/>
        </p:nvSpPr>
        <p:spPr>
          <a:xfrm flipV="1">
            <a:off x="2143760" y="4836450"/>
            <a:ext cx="25200" cy="99694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 sz="18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0E2D982-1969-8A87-D9CF-9BF59FA4503B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5193" y="771285"/>
            <a:ext cx="1102587" cy="544651"/>
          </a:xfrm>
          <a:prstGeom prst="rect">
            <a:avLst/>
          </a:prstGeo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9CDC284-27C8-C004-18ED-AC4E329B057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50381" y="4837114"/>
            <a:ext cx="6617475" cy="996951"/>
          </a:xfrm>
        </p:spPr>
        <p:txBody>
          <a:bodyPr anchor="ctr"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section name</a:t>
            </a:r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40926692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0B0CBA5D-C633-5DB3-92A0-559E438C737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7244" t="5698" r="5419" b="27692"/>
          <a:stretch/>
        </p:blipFill>
        <p:spPr>
          <a:xfrm>
            <a:off x="3447052" y="0"/>
            <a:ext cx="8744948" cy="6858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BD5B1E71-A18F-840B-7772-4675B0355EA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85192" y="4836452"/>
            <a:ext cx="1358568" cy="996949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400" b="0" i="0" baseline="0">
                <a:solidFill>
                  <a:schemeClr val="tx2"/>
                </a:solidFill>
                <a:latin typeface="Geologica" pitchFamily="2" charset="0"/>
              </a:defRPr>
            </a:lvl1pPr>
          </a:lstStyle>
          <a:p>
            <a:r>
              <a:rPr lang="en-US"/>
              <a:t>01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CF4CA88-2457-95D5-CEFB-825F08675A70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5193" y="771285"/>
            <a:ext cx="1102584" cy="544651"/>
          </a:xfrm>
          <a:prstGeom prst="rect">
            <a:avLst/>
          </a:prstGeom>
        </p:spPr>
      </p:pic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B6FF149-A9BA-0356-6DA5-EC8822F1884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50381" y="4837114"/>
            <a:ext cx="6617475" cy="996951"/>
          </a:xfrm>
        </p:spPr>
        <p:txBody>
          <a:bodyPr anchor="ctr">
            <a:normAutofit/>
          </a:bodyPr>
          <a:lstStyle>
            <a:lvl1pPr marL="0" indent="0">
              <a:buNone/>
              <a:defRPr sz="3600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section name</a:t>
            </a:r>
            <a:endParaRPr lang="en-UA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B92D453-E0AF-0808-C3BF-81656A6C0A6F}"/>
              </a:ext>
            </a:extLst>
          </p:cNvPr>
          <p:cNvSpPr/>
          <p:nvPr/>
        </p:nvSpPr>
        <p:spPr>
          <a:xfrm flipV="1">
            <a:off x="2143760" y="4836450"/>
            <a:ext cx="25200" cy="99694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 sz="1800"/>
          </a:p>
        </p:txBody>
      </p:sp>
    </p:spTree>
    <p:extLst>
      <p:ext uri="{BB962C8B-B14F-4D97-AF65-F5344CB8AC3E}">
        <p14:creationId xmlns:p14="http://schemas.microsoft.com/office/powerpoint/2010/main" val="12253933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65130"/>
            <a:ext cx="10515600" cy="459823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0467F9-79BA-D5F6-BA95-BC234EF38F8B}"/>
              </a:ext>
            </a:extLst>
          </p:cNvPr>
          <p:cNvSpPr txBox="1"/>
          <p:nvPr/>
        </p:nvSpPr>
        <p:spPr>
          <a:xfrm>
            <a:off x="3289852" y="-695739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l"/>
            <a:endParaRPr lang="en-UA" sz="18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952B90-AEA9-59DC-2248-20D0874C370C}"/>
              </a:ext>
            </a:extLst>
          </p:cNvPr>
          <p:cNvSpPr txBox="1"/>
          <p:nvPr/>
        </p:nvSpPr>
        <p:spPr>
          <a:xfrm>
            <a:off x="4753232" y="1186249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l"/>
            <a:endParaRPr lang="en-UA" sz="1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ADC94C-9B6C-892A-F8AB-B711FC1D4A90}"/>
              </a:ext>
            </a:extLst>
          </p:cNvPr>
          <p:cNvSpPr/>
          <p:nvPr/>
        </p:nvSpPr>
        <p:spPr>
          <a:xfrm>
            <a:off x="939115" y="824954"/>
            <a:ext cx="914400" cy="457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 sz="180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0AF3167-03F4-AD4C-D5FB-2AA8F7EBCA9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1125" y="6395975"/>
            <a:ext cx="583200" cy="2916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1DC9D5-F986-60E6-6913-70E79AD58A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2417157"/>
            <a:ext cx="10515600" cy="1435176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3600" b="1" i="0">
                <a:latin typeface="Geologica" pitchFamily="2" charset="0"/>
              </a:defRPr>
            </a:lvl1pPr>
          </a:lstStyle>
          <a:p>
            <a:pPr lvl="0"/>
            <a:r>
              <a:rPr lang="en-GB"/>
              <a:t>Click to add statement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F7C1DA54-D367-C00B-C2B4-AAF31FDDEEB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3852333"/>
            <a:ext cx="10515600" cy="499534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2000" b="0" i="0">
                <a:latin typeface="Geologica" pitchFamily="2" charset="0"/>
              </a:defRPr>
            </a:lvl1pPr>
          </a:lstStyle>
          <a:p>
            <a:pPr lvl="0"/>
            <a:r>
              <a:rPr lang="en-GB"/>
              <a:t>Click to add strapline</a:t>
            </a:r>
          </a:p>
        </p:txBody>
      </p:sp>
    </p:spTree>
    <p:extLst>
      <p:ext uri="{BB962C8B-B14F-4D97-AF65-F5344CB8AC3E}">
        <p14:creationId xmlns:p14="http://schemas.microsoft.com/office/powerpoint/2010/main" val="16637130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ic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30"/>
            <a:ext cx="10515600" cy="459823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0467F9-79BA-D5F6-BA95-BC234EF38F8B}"/>
              </a:ext>
            </a:extLst>
          </p:cNvPr>
          <p:cNvSpPr txBox="1"/>
          <p:nvPr/>
        </p:nvSpPr>
        <p:spPr>
          <a:xfrm>
            <a:off x="3289852" y="-695739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l"/>
            <a:endParaRPr lang="en-UA" sz="18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952B90-AEA9-59DC-2248-20D0874C370C}"/>
              </a:ext>
            </a:extLst>
          </p:cNvPr>
          <p:cNvSpPr txBox="1"/>
          <p:nvPr/>
        </p:nvSpPr>
        <p:spPr>
          <a:xfrm>
            <a:off x="4753232" y="1186249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l"/>
            <a:endParaRPr lang="en-UA" sz="1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ADC94C-9B6C-892A-F8AB-B711FC1D4A90}"/>
              </a:ext>
            </a:extLst>
          </p:cNvPr>
          <p:cNvSpPr/>
          <p:nvPr/>
        </p:nvSpPr>
        <p:spPr>
          <a:xfrm>
            <a:off x="939115" y="824954"/>
            <a:ext cx="914400" cy="457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 sz="1800"/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F094F7DD-5F11-9EC0-01EE-FD3265BC8D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1" y="1327994"/>
            <a:ext cx="10515599" cy="4025575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60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65E0044-D369-1393-C2A5-BD9A01A7A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8785" y="6356355"/>
            <a:ext cx="11794435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fld id="{DDD2A080-DA64-4F5C-9131-47EB793B4410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8AC9EA9-0B35-2CFA-BB63-0BD9C689979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1125" y="6395975"/>
            <a:ext cx="583200" cy="29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8289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ic content (with subtitl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30"/>
            <a:ext cx="10515600" cy="459823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98785" y="6356355"/>
            <a:ext cx="11794435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fld id="{DDD2A080-DA64-4F5C-9131-47EB793B4410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0467F9-79BA-D5F6-BA95-BC234EF38F8B}"/>
              </a:ext>
            </a:extLst>
          </p:cNvPr>
          <p:cNvSpPr txBox="1"/>
          <p:nvPr/>
        </p:nvSpPr>
        <p:spPr>
          <a:xfrm>
            <a:off x="3289852" y="-695739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l"/>
            <a:endParaRPr lang="en-UA" sz="18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952B90-AEA9-59DC-2248-20D0874C370C}"/>
              </a:ext>
            </a:extLst>
          </p:cNvPr>
          <p:cNvSpPr txBox="1"/>
          <p:nvPr/>
        </p:nvSpPr>
        <p:spPr>
          <a:xfrm>
            <a:off x="4753232" y="1186249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l"/>
            <a:endParaRPr lang="en-UA" sz="1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ADC94C-9B6C-892A-F8AB-B711FC1D4A90}"/>
              </a:ext>
            </a:extLst>
          </p:cNvPr>
          <p:cNvSpPr/>
          <p:nvPr/>
        </p:nvSpPr>
        <p:spPr>
          <a:xfrm>
            <a:off x="939115" y="824954"/>
            <a:ext cx="914400" cy="457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 sz="18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395F96-215B-8D67-F732-1BD33917DB5F}"/>
              </a:ext>
            </a:extLst>
          </p:cNvPr>
          <p:cNvSpPr txBox="1"/>
          <p:nvPr/>
        </p:nvSpPr>
        <p:spPr>
          <a:xfrm>
            <a:off x="-1203159" y="3384884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l"/>
            <a:endParaRPr lang="en-UA" sz="1800"/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14B7CEC6-2C70-3FDA-B966-D9854F8B642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9373" y="1909823"/>
            <a:ext cx="10363543" cy="4025575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60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33BC9963-92D9-879D-6811-2E85AEDA2F4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9373" y="1376231"/>
            <a:ext cx="3393815" cy="445759"/>
          </a:xfrm>
        </p:spPr>
        <p:txBody>
          <a:bodyPr>
            <a:normAutofit/>
          </a:bodyPr>
          <a:lstStyle>
            <a:lvl1pPr marL="0" indent="0" algn="l">
              <a:lnSpc>
                <a:spcPct val="120000"/>
              </a:lnSpc>
              <a:buNone/>
              <a:defRPr sz="18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to add subtitle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1BF8028-E5A1-2A51-0FCE-627E30021EC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1125" y="6395975"/>
            <a:ext cx="583200" cy="29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487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ic content -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30"/>
            <a:ext cx="10515600" cy="459823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0467F9-79BA-D5F6-BA95-BC234EF38F8B}"/>
              </a:ext>
            </a:extLst>
          </p:cNvPr>
          <p:cNvSpPr txBox="1"/>
          <p:nvPr/>
        </p:nvSpPr>
        <p:spPr>
          <a:xfrm>
            <a:off x="3289852" y="-695739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l"/>
            <a:endParaRPr lang="en-UA" sz="18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952B90-AEA9-59DC-2248-20D0874C370C}"/>
              </a:ext>
            </a:extLst>
          </p:cNvPr>
          <p:cNvSpPr txBox="1"/>
          <p:nvPr/>
        </p:nvSpPr>
        <p:spPr>
          <a:xfrm>
            <a:off x="4753232" y="1186249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l"/>
            <a:endParaRPr lang="en-UA" sz="1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ADC94C-9B6C-892A-F8AB-B711FC1D4A90}"/>
              </a:ext>
            </a:extLst>
          </p:cNvPr>
          <p:cNvSpPr/>
          <p:nvPr/>
        </p:nvSpPr>
        <p:spPr>
          <a:xfrm>
            <a:off x="939115" y="824954"/>
            <a:ext cx="914400" cy="457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 sz="1800"/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F094F7DD-5F11-9EC0-01EE-FD3265BC8D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1" y="1327994"/>
            <a:ext cx="10515599" cy="4025575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65E0044-D369-1393-C2A5-BD9A01A7A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8785" y="6356355"/>
            <a:ext cx="11794435" cy="365125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DDD2A080-DA64-4F5C-9131-47EB793B4410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3CB63A7-E09D-20E3-5D24-39FD008C773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1125" y="6395975"/>
            <a:ext cx="583200" cy="29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0504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30"/>
            <a:ext cx="10515600" cy="459823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98785" y="6356355"/>
            <a:ext cx="11794435" cy="365125"/>
          </a:xfr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DDD2A080-DA64-4F5C-9131-47EB793B4410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0467F9-79BA-D5F6-BA95-BC234EF38F8B}"/>
              </a:ext>
            </a:extLst>
          </p:cNvPr>
          <p:cNvSpPr txBox="1"/>
          <p:nvPr/>
        </p:nvSpPr>
        <p:spPr>
          <a:xfrm>
            <a:off x="3289852" y="-695739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l"/>
            <a:endParaRPr lang="en-UA" sz="18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952B90-AEA9-59DC-2248-20D0874C370C}"/>
              </a:ext>
            </a:extLst>
          </p:cNvPr>
          <p:cNvSpPr txBox="1"/>
          <p:nvPr/>
        </p:nvSpPr>
        <p:spPr>
          <a:xfrm>
            <a:off x="4867532" y="2011749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l"/>
            <a:endParaRPr lang="en-UA" sz="1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ADC94C-9B6C-892A-F8AB-B711FC1D4A90}"/>
              </a:ext>
            </a:extLst>
          </p:cNvPr>
          <p:cNvSpPr/>
          <p:nvPr/>
        </p:nvSpPr>
        <p:spPr>
          <a:xfrm>
            <a:off x="939115" y="824954"/>
            <a:ext cx="914400" cy="457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 sz="1800"/>
          </a:p>
        </p:txBody>
      </p:sp>
      <p:sp>
        <p:nvSpPr>
          <p:cNvPr id="3" name="Text Placeholder 15">
            <a:extLst>
              <a:ext uri="{FF2B5EF4-FFF2-40B4-BE49-F238E27FC236}">
                <a16:creationId xmlns:a16="http://schemas.microsoft.com/office/drawing/2014/main" id="{89C81699-363E-6BF3-2E9E-AE6FF549FD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10615" y="4185954"/>
            <a:ext cx="1865956" cy="459823"/>
          </a:xfrm>
        </p:spPr>
        <p:txBody>
          <a:bodyPr>
            <a:norm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  <a:latin typeface="Geologica" pitchFamily="2" charset="0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B231B1A-6722-8ECD-889F-CE530756E08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54100" y="1965429"/>
            <a:ext cx="2971800" cy="206057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A"/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87EDCED1-FC67-304F-E10E-165603CFBD8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1863" y="1965429"/>
            <a:ext cx="2971800" cy="206057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A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D5D82F0E-F9BA-E6DE-3C1F-9FFACC87194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478049" y="1965429"/>
            <a:ext cx="2971800" cy="206057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A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2544401-7425-15B7-2030-5360E6E9D19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25147" y="4185954"/>
            <a:ext cx="1865956" cy="459823"/>
          </a:xfrm>
        </p:spPr>
        <p:txBody>
          <a:bodyPr>
            <a:norm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  <a:latin typeface="Geologica" pitchFamily="2" charset="0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84514831-CE72-518D-7EB4-E8DDD166E0E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27163" y="4185954"/>
            <a:ext cx="1865956" cy="459823"/>
          </a:xfrm>
        </p:spPr>
        <p:txBody>
          <a:bodyPr>
            <a:norm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  <a:latin typeface="Geologica" pitchFamily="2" charset="0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58D6EA3-E0AB-D22C-377E-2A93BD470A2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1125" y="6395975"/>
            <a:ext cx="583200" cy="29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6549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para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30"/>
            <a:ext cx="10515600" cy="459823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98785" y="6356355"/>
            <a:ext cx="11794435" cy="365125"/>
          </a:xfr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DDD2A080-DA64-4F5C-9131-47EB793B4410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0467F9-79BA-D5F6-BA95-BC234EF38F8B}"/>
              </a:ext>
            </a:extLst>
          </p:cNvPr>
          <p:cNvSpPr txBox="1"/>
          <p:nvPr/>
        </p:nvSpPr>
        <p:spPr>
          <a:xfrm>
            <a:off x="3289852" y="-695739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l"/>
            <a:endParaRPr lang="en-UA" sz="18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952B90-AEA9-59DC-2248-20D0874C370C}"/>
              </a:ext>
            </a:extLst>
          </p:cNvPr>
          <p:cNvSpPr txBox="1"/>
          <p:nvPr/>
        </p:nvSpPr>
        <p:spPr>
          <a:xfrm>
            <a:off x="4753232" y="1186249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l"/>
            <a:endParaRPr lang="en-UA" sz="1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ADC94C-9B6C-892A-F8AB-B711FC1D4A90}"/>
              </a:ext>
            </a:extLst>
          </p:cNvPr>
          <p:cNvSpPr/>
          <p:nvPr/>
        </p:nvSpPr>
        <p:spPr>
          <a:xfrm>
            <a:off x="939115" y="824954"/>
            <a:ext cx="914400" cy="457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 sz="1800"/>
          </a:p>
        </p:txBody>
      </p:sp>
      <p:sp>
        <p:nvSpPr>
          <p:cNvPr id="3" name="Text Placeholder 15">
            <a:extLst>
              <a:ext uri="{FF2B5EF4-FFF2-40B4-BE49-F238E27FC236}">
                <a16:creationId xmlns:a16="http://schemas.microsoft.com/office/drawing/2014/main" id="{89C81699-363E-6BF3-2E9E-AE6FF549FD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2084" y="1782147"/>
            <a:ext cx="3906864" cy="120093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Here you can place your own text. Use this space to present your ideas, thoughts, or information. Your text can include a project description, research findings, future plans, or any other important information. </a:t>
            </a:r>
            <a:endParaRPr lang="en-US"/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81784709-F2F6-9860-EA75-62F1E40CAF1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9373" y="1376231"/>
            <a:ext cx="3393815" cy="445759"/>
          </a:xfrm>
        </p:spPr>
        <p:txBody>
          <a:bodyPr>
            <a:normAutofit/>
          </a:bodyPr>
          <a:lstStyle>
            <a:lvl1pPr marL="0" indent="0" algn="l">
              <a:buNone/>
              <a:defRPr sz="1600" b="1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add subtitle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C5B4520B-739E-EE08-944F-2AD23D8F72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80051" y="3809250"/>
            <a:ext cx="3906864" cy="138601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Here you can place your own text. Use this space to present your ideas, thoughts, or information. Your text can include a project description, research findings, future plans, or any other important information. Feel free to add examples or other elements that help convey your message more effectively.</a:t>
            </a:r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CA92EF45-DE84-0451-6FC4-C38DF2B74E2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97340" y="3403334"/>
            <a:ext cx="3393815" cy="445759"/>
          </a:xfrm>
        </p:spPr>
        <p:txBody>
          <a:bodyPr>
            <a:normAutofit/>
          </a:bodyPr>
          <a:lstStyle>
            <a:lvl1pPr marL="0" indent="0" algn="l">
              <a:buNone/>
              <a:defRPr sz="1600" b="1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add subtitle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A4F201E-01B3-CC91-B435-D205478BE76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490198" y="1782147"/>
            <a:ext cx="3906864" cy="120093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Here you can place your own text. Use this space to present your ideas, thoughts, or information. Your text can include a project description, research findings, future plans, or any other important information. </a:t>
            </a:r>
            <a:endParaRPr lang="en-US"/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E335B70E-2981-AA0E-8C3D-90016B72476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507487" y="1376231"/>
            <a:ext cx="3393815" cy="445759"/>
          </a:xfrm>
        </p:spPr>
        <p:txBody>
          <a:bodyPr>
            <a:normAutofit/>
          </a:bodyPr>
          <a:lstStyle>
            <a:lvl1pPr marL="0" indent="0" algn="l">
              <a:buNone/>
              <a:defRPr sz="1600" b="1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add subtitle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6BFE50F-B120-E9F7-31EE-B9CD065CB2B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68165" y="3809250"/>
            <a:ext cx="3906864" cy="138601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Here you can place your own text. Use this space to present your ideas, thoughts, or information. Your text can include a project description, research findings, future plans, or any other important information. Feel free to add examples or other elements that help convey your message more effectively.</a:t>
            </a:r>
            <a:endParaRPr lang="en-US"/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75FFB285-D6E0-B251-451D-203F4BDAFC0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485454" y="3403334"/>
            <a:ext cx="3393815" cy="445759"/>
          </a:xfrm>
        </p:spPr>
        <p:txBody>
          <a:bodyPr>
            <a:normAutofit/>
          </a:bodyPr>
          <a:lstStyle>
            <a:lvl1pPr marL="0" indent="0" algn="l">
              <a:buNone/>
              <a:defRPr sz="1600" b="1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add subtitle</a:t>
            </a: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2E91A5B2-69F7-5492-5990-1523793D033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1125" y="6395975"/>
            <a:ext cx="583200" cy="29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9724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65130"/>
            <a:ext cx="10515600" cy="459823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98785" y="6356355"/>
            <a:ext cx="11794435" cy="365125"/>
          </a:xfr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DDD2A080-DA64-4F5C-9131-47EB793B4410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0467F9-79BA-D5F6-BA95-BC234EF38F8B}"/>
              </a:ext>
            </a:extLst>
          </p:cNvPr>
          <p:cNvSpPr txBox="1"/>
          <p:nvPr/>
        </p:nvSpPr>
        <p:spPr>
          <a:xfrm>
            <a:off x="3289852" y="-695739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l"/>
            <a:endParaRPr lang="en-UA" sz="1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ADC94C-9B6C-892A-F8AB-B711FC1D4A90}"/>
              </a:ext>
            </a:extLst>
          </p:cNvPr>
          <p:cNvSpPr/>
          <p:nvPr/>
        </p:nvSpPr>
        <p:spPr>
          <a:xfrm>
            <a:off x="939115" y="824954"/>
            <a:ext cx="914400" cy="457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 sz="180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D174A80B-6A82-00B3-C19D-07B0D9A066B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39800" y="1130301"/>
            <a:ext cx="1489701" cy="164627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A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0233697C-0F03-41ED-27C9-61554D963167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2730500" y="1130301"/>
            <a:ext cx="1489701" cy="164627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A"/>
          </a:p>
        </p:txBody>
      </p:sp>
      <p:sp>
        <p:nvSpPr>
          <p:cNvPr id="21" name="Picture Placeholder 12">
            <a:extLst>
              <a:ext uri="{FF2B5EF4-FFF2-40B4-BE49-F238E27FC236}">
                <a16:creationId xmlns:a16="http://schemas.microsoft.com/office/drawing/2014/main" id="{B27667E2-7659-F995-D274-3C13DCAEEFB1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4533899" y="1130301"/>
            <a:ext cx="1489701" cy="164627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A"/>
          </a:p>
        </p:txBody>
      </p:sp>
      <p:sp>
        <p:nvSpPr>
          <p:cNvPr id="27" name="Picture Placeholder 12">
            <a:extLst>
              <a:ext uri="{FF2B5EF4-FFF2-40B4-BE49-F238E27FC236}">
                <a16:creationId xmlns:a16="http://schemas.microsoft.com/office/drawing/2014/main" id="{22AF17F4-2A71-A021-4FDB-B02698E9C4BA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6375399" y="1130301"/>
            <a:ext cx="1489701" cy="164627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A"/>
          </a:p>
        </p:txBody>
      </p:sp>
      <p:sp>
        <p:nvSpPr>
          <p:cNvPr id="28" name="Text Placeholder 29">
            <a:extLst>
              <a:ext uri="{FF2B5EF4-FFF2-40B4-BE49-F238E27FC236}">
                <a16:creationId xmlns:a16="http://schemas.microsoft.com/office/drawing/2014/main" id="{D661144B-3DAD-FAA0-375A-1A3226EF2F8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375399" y="3118079"/>
            <a:ext cx="1489701" cy="365125"/>
          </a:xfrm>
        </p:spPr>
        <p:txBody>
          <a:bodyPr lIns="0" rIns="72000"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DM Sans 14pt" pitchFamily="2" charset="77"/>
              </a:defRPr>
            </a:lvl1pPr>
          </a:lstStyle>
          <a:p>
            <a:pPr lvl="0"/>
            <a:r>
              <a:rPr lang="en-UA"/>
              <a:t>Position</a:t>
            </a:r>
          </a:p>
        </p:txBody>
      </p:sp>
      <p:sp>
        <p:nvSpPr>
          <p:cNvPr id="29" name="Text Placeholder 29">
            <a:extLst>
              <a:ext uri="{FF2B5EF4-FFF2-40B4-BE49-F238E27FC236}">
                <a16:creationId xmlns:a16="http://schemas.microsoft.com/office/drawing/2014/main" id="{22A21C72-B7F9-724D-752E-19B8074E30F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375399" y="2839905"/>
            <a:ext cx="1489701" cy="250135"/>
          </a:xfrm>
        </p:spPr>
        <p:txBody>
          <a:bodyPr lIns="0" rIns="7200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Geologica Medium" pitchFamily="2" charset="0"/>
              </a:defRPr>
            </a:lvl1pPr>
          </a:lstStyle>
          <a:p>
            <a:pPr lvl="0"/>
            <a:r>
              <a:rPr lang="en-US"/>
              <a:t>Name Surname</a:t>
            </a:r>
            <a:endParaRPr lang="en-UA"/>
          </a:p>
        </p:txBody>
      </p:sp>
      <p:sp>
        <p:nvSpPr>
          <p:cNvPr id="34" name="Picture Placeholder 12">
            <a:extLst>
              <a:ext uri="{FF2B5EF4-FFF2-40B4-BE49-F238E27FC236}">
                <a16:creationId xmlns:a16="http://schemas.microsoft.com/office/drawing/2014/main" id="{03E7CCE2-EA27-76F3-DA27-AA60323F1E54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8171835" y="1130301"/>
            <a:ext cx="1489701" cy="164627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A"/>
          </a:p>
        </p:txBody>
      </p:sp>
      <p:sp>
        <p:nvSpPr>
          <p:cNvPr id="40" name="Picture Placeholder 12">
            <a:extLst>
              <a:ext uri="{FF2B5EF4-FFF2-40B4-BE49-F238E27FC236}">
                <a16:creationId xmlns:a16="http://schemas.microsoft.com/office/drawing/2014/main" id="{B86F15DD-E048-46C6-E90B-A8AD6F126B26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9969500" y="1130301"/>
            <a:ext cx="1489701" cy="164627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A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2494CB4-FC7F-A360-9802-FF4AEBC7F11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1125" y="6395975"/>
            <a:ext cx="583200" cy="2916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A94AB44-1832-8F39-9E64-11A0E9F81FFB}"/>
              </a:ext>
            </a:extLst>
          </p:cNvPr>
          <p:cNvSpPr txBox="1"/>
          <p:nvPr/>
        </p:nvSpPr>
        <p:spPr>
          <a:xfrm>
            <a:off x="6375399" y="3705101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l"/>
            <a:endParaRPr lang="en-UA"/>
          </a:p>
        </p:txBody>
      </p:sp>
      <p:sp>
        <p:nvSpPr>
          <p:cNvPr id="5" name="Text Placeholder 29">
            <a:extLst>
              <a:ext uri="{FF2B5EF4-FFF2-40B4-BE49-F238E27FC236}">
                <a16:creationId xmlns:a16="http://schemas.microsoft.com/office/drawing/2014/main" id="{EB762706-4258-3490-CB17-45CDE153695F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533899" y="3118079"/>
            <a:ext cx="1489701" cy="365125"/>
          </a:xfrm>
        </p:spPr>
        <p:txBody>
          <a:bodyPr lIns="0" rIns="72000"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DM Sans 14pt" pitchFamily="2" charset="77"/>
              </a:defRPr>
            </a:lvl1pPr>
          </a:lstStyle>
          <a:p>
            <a:pPr lvl="0"/>
            <a:r>
              <a:rPr lang="en-UA"/>
              <a:t>Position</a:t>
            </a:r>
          </a:p>
        </p:txBody>
      </p:sp>
      <p:sp>
        <p:nvSpPr>
          <p:cNvPr id="10" name="Text Placeholder 29">
            <a:extLst>
              <a:ext uri="{FF2B5EF4-FFF2-40B4-BE49-F238E27FC236}">
                <a16:creationId xmlns:a16="http://schemas.microsoft.com/office/drawing/2014/main" id="{5E903767-053C-6A2A-268A-0C3B4FEECD5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4533899" y="2839905"/>
            <a:ext cx="1489701" cy="250135"/>
          </a:xfrm>
        </p:spPr>
        <p:txBody>
          <a:bodyPr lIns="0" rIns="7200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Geologica Medium" pitchFamily="2" charset="0"/>
              </a:defRPr>
            </a:lvl1pPr>
          </a:lstStyle>
          <a:p>
            <a:pPr lvl="0"/>
            <a:r>
              <a:rPr lang="en-US"/>
              <a:t>Name Surname</a:t>
            </a:r>
            <a:endParaRPr lang="en-UA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77AE24-F695-84C4-719D-BFAF2E09027B}"/>
              </a:ext>
            </a:extLst>
          </p:cNvPr>
          <p:cNvSpPr txBox="1"/>
          <p:nvPr/>
        </p:nvSpPr>
        <p:spPr>
          <a:xfrm>
            <a:off x="4533899" y="3705101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l"/>
            <a:endParaRPr lang="en-UA"/>
          </a:p>
        </p:txBody>
      </p:sp>
      <p:sp>
        <p:nvSpPr>
          <p:cNvPr id="46" name="Text Placeholder 29">
            <a:extLst>
              <a:ext uri="{FF2B5EF4-FFF2-40B4-BE49-F238E27FC236}">
                <a16:creationId xmlns:a16="http://schemas.microsoft.com/office/drawing/2014/main" id="{DEA30B4C-29B9-CA8A-E41E-75F76C4816DF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730500" y="3118079"/>
            <a:ext cx="1489701" cy="365125"/>
          </a:xfrm>
        </p:spPr>
        <p:txBody>
          <a:bodyPr lIns="0" rIns="72000"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DM Sans 14pt" pitchFamily="2" charset="77"/>
              </a:defRPr>
            </a:lvl1pPr>
          </a:lstStyle>
          <a:p>
            <a:pPr lvl="0"/>
            <a:r>
              <a:rPr lang="en-UA"/>
              <a:t>Position</a:t>
            </a:r>
          </a:p>
        </p:txBody>
      </p:sp>
      <p:sp>
        <p:nvSpPr>
          <p:cNvPr id="47" name="Text Placeholder 29">
            <a:extLst>
              <a:ext uri="{FF2B5EF4-FFF2-40B4-BE49-F238E27FC236}">
                <a16:creationId xmlns:a16="http://schemas.microsoft.com/office/drawing/2014/main" id="{F5BE9BC9-0B40-04EC-114F-B9FD6480C9B7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2730500" y="2839905"/>
            <a:ext cx="1489701" cy="250135"/>
          </a:xfrm>
        </p:spPr>
        <p:txBody>
          <a:bodyPr lIns="0" rIns="7200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Geologica Medium" pitchFamily="2" charset="0"/>
              </a:defRPr>
            </a:lvl1pPr>
          </a:lstStyle>
          <a:p>
            <a:pPr lvl="0"/>
            <a:r>
              <a:rPr lang="en-US"/>
              <a:t>Name Surname</a:t>
            </a:r>
            <a:endParaRPr lang="en-UA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62E7962-56E1-E843-3325-D13D220F8161}"/>
              </a:ext>
            </a:extLst>
          </p:cNvPr>
          <p:cNvSpPr txBox="1"/>
          <p:nvPr/>
        </p:nvSpPr>
        <p:spPr>
          <a:xfrm>
            <a:off x="2730500" y="3705101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l"/>
            <a:endParaRPr lang="en-UA"/>
          </a:p>
        </p:txBody>
      </p:sp>
      <p:sp>
        <p:nvSpPr>
          <p:cNvPr id="49" name="Text Placeholder 29">
            <a:extLst>
              <a:ext uri="{FF2B5EF4-FFF2-40B4-BE49-F238E27FC236}">
                <a16:creationId xmlns:a16="http://schemas.microsoft.com/office/drawing/2014/main" id="{F3E1D5D4-4C16-2AB2-9DBF-F50F508355E1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39800" y="3118079"/>
            <a:ext cx="1489701" cy="365125"/>
          </a:xfrm>
        </p:spPr>
        <p:txBody>
          <a:bodyPr lIns="0" rIns="72000"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DM Sans 14pt" pitchFamily="2" charset="77"/>
              </a:defRPr>
            </a:lvl1pPr>
          </a:lstStyle>
          <a:p>
            <a:pPr lvl="0"/>
            <a:r>
              <a:rPr lang="en-UA"/>
              <a:t>Position</a:t>
            </a:r>
          </a:p>
        </p:txBody>
      </p:sp>
      <p:sp>
        <p:nvSpPr>
          <p:cNvPr id="50" name="Text Placeholder 29">
            <a:extLst>
              <a:ext uri="{FF2B5EF4-FFF2-40B4-BE49-F238E27FC236}">
                <a16:creationId xmlns:a16="http://schemas.microsoft.com/office/drawing/2014/main" id="{3397BBF0-3320-703B-E8BF-F7D044F168C0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39800" y="2839905"/>
            <a:ext cx="1489701" cy="250135"/>
          </a:xfrm>
        </p:spPr>
        <p:txBody>
          <a:bodyPr lIns="0" rIns="7200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Geologica Medium" pitchFamily="2" charset="0"/>
              </a:defRPr>
            </a:lvl1pPr>
          </a:lstStyle>
          <a:p>
            <a:pPr lvl="0"/>
            <a:r>
              <a:rPr lang="en-US"/>
              <a:t>Name Surname</a:t>
            </a:r>
            <a:endParaRPr lang="en-UA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47D6F89-402E-AE09-93E9-3CAAFB30CB24}"/>
              </a:ext>
            </a:extLst>
          </p:cNvPr>
          <p:cNvSpPr txBox="1"/>
          <p:nvPr/>
        </p:nvSpPr>
        <p:spPr>
          <a:xfrm>
            <a:off x="939800" y="3705101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l"/>
            <a:endParaRPr lang="en-UA"/>
          </a:p>
        </p:txBody>
      </p:sp>
      <p:sp>
        <p:nvSpPr>
          <p:cNvPr id="53" name="Text Placeholder 29">
            <a:extLst>
              <a:ext uri="{FF2B5EF4-FFF2-40B4-BE49-F238E27FC236}">
                <a16:creationId xmlns:a16="http://schemas.microsoft.com/office/drawing/2014/main" id="{EBAA5A63-4801-6FD1-FEA6-130E1F55D0C1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9969500" y="3118079"/>
            <a:ext cx="1489701" cy="365125"/>
          </a:xfrm>
        </p:spPr>
        <p:txBody>
          <a:bodyPr lIns="0" rIns="72000"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DM Sans 14pt" pitchFamily="2" charset="77"/>
              </a:defRPr>
            </a:lvl1pPr>
          </a:lstStyle>
          <a:p>
            <a:pPr lvl="0"/>
            <a:r>
              <a:rPr lang="en-UA"/>
              <a:t>Position</a:t>
            </a:r>
          </a:p>
        </p:txBody>
      </p:sp>
      <p:sp>
        <p:nvSpPr>
          <p:cNvPr id="54" name="Text Placeholder 29">
            <a:extLst>
              <a:ext uri="{FF2B5EF4-FFF2-40B4-BE49-F238E27FC236}">
                <a16:creationId xmlns:a16="http://schemas.microsoft.com/office/drawing/2014/main" id="{EDCA86B9-661E-6751-C1AD-6C7E2B184994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9969500" y="2839905"/>
            <a:ext cx="1489701" cy="250135"/>
          </a:xfrm>
        </p:spPr>
        <p:txBody>
          <a:bodyPr lIns="0" rIns="7200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Geologica Medium" pitchFamily="2" charset="0"/>
              </a:defRPr>
            </a:lvl1pPr>
          </a:lstStyle>
          <a:p>
            <a:pPr lvl="0"/>
            <a:r>
              <a:rPr lang="en-US"/>
              <a:t>Name Surname</a:t>
            </a:r>
            <a:endParaRPr lang="en-UA"/>
          </a:p>
        </p:txBody>
      </p:sp>
      <p:sp>
        <p:nvSpPr>
          <p:cNvPr id="55" name="Text Placeholder 29">
            <a:extLst>
              <a:ext uri="{FF2B5EF4-FFF2-40B4-BE49-F238E27FC236}">
                <a16:creationId xmlns:a16="http://schemas.microsoft.com/office/drawing/2014/main" id="{C8BD853C-1F35-402A-2BFF-BBC9FB30299E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8171835" y="3118079"/>
            <a:ext cx="1489701" cy="365125"/>
          </a:xfrm>
        </p:spPr>
        <p:txBody>
          <a:bodyPr lIns="0" rIns="72000"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DM Sans 14pt" pitchFamily="2" charset="77"/>
              </a:defRPr>
            </a:lvl1pPr>
          </a:lstStyle>
          <a:p>
            <a:pPr lvl="0"/>
            <a:r>
              <a:rPr lang="en-UA"/>
              <a:t>Position</a:t>
            </a:r>
          </a:p>
        </p:txBody>
      </p:sp>
      <p:sp>
        <p:nvSpPr>
          <p:cNvPr id="56" name="Text Placeholder 29">
            <a:extLst>
              <a:ext uri="{FF2B5EF4-FFF2-40B4-BE49-F238E27FC236}">
                <a16:creationId xmlns:a16="http://schemas.microsoft.com/office/drawing/2014/main" id="{A5C6907C-13E5-D804-76BF-A275D35CED87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8171835" y="2839905"/>
            <a:ext cx="1489701" cy="250135"/>
          </a:xfrm>
        </p:spPr>
        <p:txBody>
          <a:bodyPr lIns="0" rIns="7200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Geologica Medium" pitchFamily="2" charset="0"/>
              </a:defRPr>
            </a:lvl1pPr>
          </a:lstStyle>
          <a:p>
            <a:pPr lvl="0"/>
            <a:r>
              <a:rPr lang="en-US"/>
              <a:t>Name Surname</a:t>
            </a:r>
            <a:endParaRPr lang="en-UA"/>
          </a:p>
        </p:txBody>
      </p:sp>
      <p:sp>
        <p:nvSpPr>
          <p:cNvPr id="57" name="Picture Placeholder 12">
            <a:extLst>
              <a:ext uri="{FF2B5EF4-FFF2-40B4-BE49-F238E27FC236}">
                <a16:creationId xmlns:a16="http://schemas.microsoft.com/office/drawing/2014/main" id="{87C7B64A-C63F-E7E9-F3F4-6665AEEC137C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939800" y="3660559"/>
            <a:ext cx="1489701" cy="164627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A"/>
          </a:p>
        </p:txBody>
      </p:sp>
      <p:sp>
        <p:nvSpPr>
          <p:cNvPr id="58" name="Picture Placeholder 12">
            <a:extLst>
              <a:ext uri="{FF2B5EF4-FFF2-40B4-BE49-F238E27FC236}">
                <a16:creationId xmlns:a16="http://schemas.microsoft.com/office/drawing/2014/main" id="{EFCA27BB-2FC7-6E83-4C09-E706D053F491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2730500" y="3660559"/>
            <a:ext cx="1489701" cy="164627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A"/>
          </a:p>
        </p:txBody>
      </p:sp>
      <p:sp>
        <p:nvSpPr>
          <p:cNvPr id="59" name="Picture Placeholder 12">
            <a:extLst>
              <a:ext uri="{FF2B5EF4-FFF2-40B4-BE49-F238E27FC236}">
                <a16:creationId xmlns:a16="http://schemas.microsoft.com/office/drawing/2014/main" id="{A3B86C1E-7F88-83C1-089B-DF418A8A78A9}"/>
              </a:ext>
            </a:extLst>
          </p:cNvPr>
          <p:cNvSpPr>
            <a:spLocks noGrp="1"/>
          </p:cNvSpPr>
          <p:nvPr>
            <p:ph type="pic" sz="quarter" idx="67"/>
          </p:nvPr>
        </p:nvSpPr>
        <p:spPr>
          <a:xfrm>
            <a:off x="4533899" y="3660559"/>
            <a:ext cx="1489701" cy="164627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A"/>
          </a:p>
        </p:txBody>
      </p:sp>
      <p:sp>
        <p:nvSpPr>
          <p:cNvPr id="60" name="Picture Placeholder 12">
            <a:extLst>
              <a:ext uri="{FF2B5EF4-FFF2-40B4-BE49-F238E27FC236}">
                <a16:creationId xmlns:a16="http://schemas.microsoft.com/office/drawing/2014/main" id="{FA1F936B-733E-9153-169A-DAB65E0E3CAD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375399" y="3660559"/>
            <a:ext cx="1489701" cy="164627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A"/>
          </a:p>
        </p:txBody>
      </p:sp>
      <p:sp>
        <p:nvSpPr>
          <p:cNvPr id="61" name="Text Placeholder 29">
            <a:extLst>
              <a:ext uri="{FF2B5EF4-FFF2-40B4-BE49-F238E27FC236}">
                <a16:creationId xmlns:a16="http://schemas.microsoft.com/office/drawing/2014/main" id="{E18ADEC3-5ABA-2DB2-2F32-35F574D525AD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6375399" y="5648337"/>
            <a:ext cx="1489701" cy="365125"/>
          </a:xfrm>
        </p:spPr>
        <p:txBody>
          <a:bodyPr lIns="0" rIns="72000"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DM Sans 14pt" pitchFamily="2" charset="77"/>
              </a:defRPr>
            </a:lvl1pPr>
          </a:lstStyle>
          <a:p>
            <a:pPr lvl="0"/>
            <a:r>
              <a:rPr lang="en-UA"/>
              <a:t>Position</a:t>
            </a:r>
          </a:p>
        </p:txBody>
      </p:sp>
      <p:sp>
        <p:nvSpPr>
          <p:cNvPr id="62" name="Text Placeholder 29">
            <a:extLst>
              <a:ext uri="{FF2B5EF4-FFF2-40B4-BE49-F238E27FC236}">
                <a16:creationId xmlns:a16="http://schemas.microsoft.com/office/drawing/2014/main" id="{A68FC7A1-6DB5-C59E-4630-66904E511943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6375399" y="5370163"/>
            <a:ext cx="1489701" cy="250135"/>
          </a:xfrm>
        </p:spPr>
        <p:txBody>
          <a:bodyPr lIns="0" rIns="7200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Geologica Medium" pitchFamily="2" charset="0"/>
              </a:defRPr>
            </a:lvl1pPr>
          </a:lstStyle>
          <a:p>
            <a:pPr lvl="0"/>
            <a:r>
              <a:rPr lang="en-US"/>
              <a:t>Name Surname</a:t>
            </a:r>
            <a:endParaRPr lang="en-UA"/>
          </a:p>
        </p:txBody>
      </p:sp>
      <p:sp>
        <p:nvSpPr>
          <p:cNvPr id="63" name="Picture Placeholder 12">
            <a:extLst>
              <a:ext uri="{FF2B5EF4-FFF2-40B4-BE49-F238E27FC236}">
                <a16:creationId xmlns:a16="http://schemas.microsoft.com/office/drawing/2014/main" id="{8FDB8AEF-E20F-E8E2-0B7C-EBA47EC5D9E9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>
          <a:xfrm>
            <a:off x="8171835" y="3660559"/>
            <a:ext cx="1489701" cy="164627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A"/>
          </a:p>
        </p:txBody>
      </p:sp>
      <p:sp>
        <p:nvSpPr>
          <p:cNvPr id="64" name="Picture Placeholder 12">
            <a:extLst>
              <a:ext uri="{FF2B5EF4-FFF2-40B4-BE49-F238E27FC236}">
                <a16:creationId xmlns:a16="http://schemas.microsoft.com/office/drawing/2014/main" id="{3D414404-F528-52DB-C5E7-4EDE0B409A10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9969500" y="3660559"/>
            <a:ext cx="1489701" cy="164627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A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480C061-D58D-5CC7-4151-FEB42A166007}"/>
              </a:ext>
            </a:extLst>
          </p:cNvPr>
          <p:cNvSpPr txBox="1"/>
          <p:nvPr/>
        </p:nvSpPr>
        <p:spPr>
          <a:xfrm>
            <a:off x="7908966" y="6235359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l"/>
            <a:endParaRPr lang="en-UA"/>
          </a:p>
        </p:txBody>
      </p:sp>
      <p:sp>
        <p:nvSpPr>
          <p:cNvPr id="66" name="Text Placeholder 29">
            <a:extLst>
              <a:ext uri="{FF2B5EF4-FFF2-40B4-BE49-F238E27FC236}">
                <a16:creationId xmlns:a16="http://schemas.microsoft.com/office/drawing/2014/main" id="{36700D3A-BF6C-04A5-952A-A6C3CA7E9B09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4533899" y="5648337"/>
            <a:ext cx="1489701" cy="365125"/>
          </a:xfrm>
        </p:spPr>
        <p:txBody>
          <a:bodyPr lIns="0" rIns="72000"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DM Sans 14pt" pitchFamily="2" charset="77"/>
              </a:defRPr>
            </a:lvl1pPr>
          </a:lstStyle>
          <a:p>
            <a:pPr lvl="0"/>
            <a:r>
              <a:rPr lang="en-UA"/>
              <a:t>Position</a:t>
            </a:r>
          </a:p>
        </p:txBody>
      </p:sp>
      <p:sp>
        <p:nvSpPr>
          <p:cNvPr id="67" name="Text Placeholder 29">
            <a:extLst>
              <a:ext uri="{FF2B5EF4-FFF2-40B4-BE49-F238E27FC236}">
                <a16:creationId xmlns:a16="http://schemas.microsoft.com/office/drawing/2014/main" id="{0ECF0EA6-57DA-D5EA-43E7-66700C1882BA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4533899" y="5370163"/>
            <a:ext cx="1489701" cy="250135"/>
          </a:xfrm>
        </p:spPr>
        <p:txBody>
          <a:bodyPr lIns="0" rIns="7200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Geologica Medium" pitchFamily="2" charset="0"/>
              </a:defRPr>
            </a:lvl1pPr>
          </a:lstStyle>
          <a:p>
            <a:pPr lvl="0"/>
            <a:r>
              <a:rPr lang="en-US"/>
              <a:t>Name Surname</a:t>
            </a:r>
            <a:endParaRPr lang="en-UA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7089C81-8D7D-0E6B-98F8-440373A80965}"/>
              </a:ext>
            </a:extLst>
          </p:cNvPr>
          <p:cNvSpPr txBox="1"/>
          <p:nvPr/>
        </p:nvSpPr>
        <p:spPr>
          <a:xfrm>
            <a:off x="6067466" y="6235359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l"/>
            <a:endParaRPr lang="en-UA"/>
          </a:p>
        </p:txBody>
      </p:sp>
      <p:sp>
        <p:nvSpPr>
          <p:cNvPr id="69" name="Text Placeholder 29">
            <a:extLst>
              <a:ext uri="{FF2B5EF4-FFF2-40B4-BE49-F238E27FC236}">
                <a16:creationId xmlns:a16="http://schemas.microsoft.com/office/drawing/2014/main" id="{BDF1B349-B942-3710-E370-67077D0A7910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2730500" y="5648337"/>
            <a:ext cx="1489701" cy="365125"/>
          </a:xfrm>
        </p:spPr>
        <p:txBody>
          <a:bodyPr lIns="0" rIns="72000"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DM Sans 14pt" pitchFamily="2" charset="77"/>
              </a:defRPr>
            </a:lvl1pPr>
          </a:lstStyle>
          <a:p>
            <a:pPr lvl="0"/>
            <a:r>
              <a:rPr lang="en-UA"/>
              <a:t>Position</a:t>
            </a:r>
          </a:p>
        </p:txBody>
      </p:sp>
      <p:sp>
        <p:nvSpPr>
          <p:cNvPr id="70" name="Text Placeholder 29">
            <a:extLst>
              <a:ext uri="{FF2B5EF4-FFF2-40B4-BE49-F238E27FC236}">
                <a16:creationId xmlns:a16="http://schemas.microsoft.com/office/drawing/2014/main" id="{74398494-67CE-50CC-DE3B-A1F2083485AF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2730500" y="5370163"/>
            <a:ext cx="1489701" cy="250135"/>
          </a:xfrm>
        </p:spPr>
        <p:txBody>
          <a:bodyPr lIns="0" rIns="7200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Geologica Medium" pitchFamily="2" charset="0"/>
              </a:defRPr>
            </a:lvl1pPr>
          </a:lstStyle>
          <a:p>
            <a:pPr lvl="0"/>
            <a:r>
              <a:rPr lang="en-US"/>
              <a:t>Name Surname</a:t>
            </a:r>
            <a:endParaRPr lang="en-UA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435CBBA-8571-1F55-296D-EC503DCF0650}"/>
              </a:ext>
            </a:extLst>
          </p:cNvPr>
          <p:cNvSpPr txBox="1"/>
          <p:nvPr/>
        </p:nvSpPr>
        <p:spPr>
          <a:xfrm>
            <a:off x="2730500" y="6235359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l"/>
            <a:endParaRPr lang="en-UA"/>
          </a:p>
        </p:txBody>
      </p:sp>
      <p:sp>
        <p:nvSpPr>
          <p:cNvPr id="72" name="Text Placeholder 29">
            <a:extLst>
              <a:ext uri="{FF2B5EF4-FFF2-40B4-BE49-F238E27FC236}">
                <a16:creationId xmlns:a16="http://schemas.microsoft.com/office/drawing/2014/main" id="{6676F06E-EED2-FBA2-1D13-07F3A28E71C7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939800" y="5648337"/>
            <a:ext cx="1489701" cy="365125"/>
          </a:xfrm>
        </p:spPr>
        <p:txBody>
          <a:bodyPr lIns="0" rIns="72000"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DM Sans 14pt" pitchFamily="2" charset="77"/>
              </a:defRPr>
            </a:lvl1pPr>
          </a:lstStyle>
          <a:p>
            <a:pPr lvl="0"/>
            <a:r>
              <a:rPr lang="en-UA"/>
              <a:t>Position</a:t>
            </a:r>
          </a:p>
        </p:txBody>
      </p:sp>
      <p:sp>
        <p:nvSpPr>
          <p:cNvPr id="73" name="Text Placeholder 29">
            <a:extLst>
              <a:ext uri="{FF2B5EF4-FFF2-40B4-BE49-F238E27FC236}">
                <a16:creationId xmlns:a16="http://schemas.microsoft.com/office/drawing/2014/main" id="{A43D676A-BC6B-43B9-FA65-85F7762AE3E7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939800" y="5370163"/>
            <a:ext cx="1489701" cy="250135"/>
          </a:xfrm>
        </p:spPr>
        <p:txBody>
          <a:bodyPr lIns="0" rIns="7200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Geologica Medium" pitchFamily="2" charset="0"/>
              </a:defRPr>
            </a:lvl1pPr>
          </a:lstStyle>
          <a:p>
            <a:pPr lvl="0"/>
            <a:r>
              <a:rPr lang="en-US"/>
              <a:t>Name Surname</a:t>
            </a:r>
            <a:endParaRPr lang="en-UA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D7D2E99-EAD1-BCB4-4430-98C461405166}"/>
              </a:ext>
            </a:extLst>
          </p:cNvPr>
          <p:cNvSpPr txBox="1"/>
          <p:nvPr/>
        </p:nvSpPr>
        <p:spPr>
          <a:xfrm>
            <a:off x="2488524" y="6235359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l"/>
            <a:endParaRPr lang="en-UA"/>
          </a:p>
        </p:txBody>
      </p:sp>
      <p:sp>
        <p:nvSpPr>
          <p:cNvPr id="75" name="Text Placeholder 29">
            <a:extLst>
              <a:ext uri="{FF2B5EF4-FFF2-40B4-BE49-F238E27FC236}">
                <a16:creationId xmlns:a16="http://schemas.microsoft.com/office/drawing/2014/main" id="{F81AE663-4822-29FD-358C-B83977CF991F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9969500" y="5648337"/>
            <a:ext cx="1489701" cy="365125"/>
          </a:xfrm>
        </p:spPr>
        <p:txBody>
          <a:bodyPr lIns="0" rIns="72000"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DM Sans 14pt" pitchFamily="2" charset="77"/>
              </a:defRPr>
            </a:lvl1pPr>
          </a:lstStyle>
          <a:p>
            <a:pPr lvl="0"/>
            <a:r>
              <a:rPr lang="en-UA"/>
              <a:t>Position</a:t>
            </a:r>
          </a:p>
        </p:txBody>
      </p:sp>
      <p:sp>
        <p:nvSpPr>
          <p:cNvPr id="76" name="Text Placeholder 29">
            <a:extLst>
              <a:ext uri="{FF2B5EF4-FFF2-40B4-BE49-F238E27FC236}">
                <a16:creationId xmlns:a16="http://schemas.microsoft.com/office/drawing/2014/main" id="{33091CC5-DBB1-CE24-BF4F-1F76D401843E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9969500" y="5370163"/>
            <a:ext cx="1489701" cy="250135"/>
          </a:xfrm>
        </p:spPr>
        <p:txBody>
          <a:bodyPr lIns="0" rIns="7200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Geologica Medium" pitchFamily="2" charset="0"/>
              </a:defRPr>
            </a:lvl1pPr>
          </a:lstStyle>
          <a:p>
            <a:pPr lvl="0"/>
            <a:r>
              <a:rPr lang="en-US"/>
              <a:t>Name Surname</a:t>
            </a:r>
            <a:endParaRPr lang="en-UA"/>
          </a:p>
        </p:txBody>
      </p:sp>
      <p:sp>
        <p:nvSpPr>
          <p:cNvPr id="77" name="Text Placeholder 29">
            <a:extLst>
              <a:ext uri="{FF2B5EF4-FFF2-40B4-BE49-F238E27FC236}">
                <a16:creationId xmlns:a16="http://schemas.microsoft.com/office/drawing/2014/main" id="{68FF92C4-F447-733A-7328-77ACFC098874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8171835" y="5648337"/>
            <a:ext cx="1489701" cy="365125"/>
          </a:xfrm>
        </p:spPr>
        <p:txBody>
          <a:bodyPr lIns="0" rIns="72000"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DM Sans 14pt" pitchFamily="2" charset="77"/>
              </a:defRPr>
            </a:lvl1pPr>
          </a:lstStyle>
          <a:p>
            <a:pPr lvl="0"/>
            <a:r>
              <a:rPr lang="en-UA"/>
              <a:t>Position</a:t>
            </a:r>
          </a:p>
        </p:txBody>
      </p:sp>
      <p:sp>
        <p:nvSpPr>
          <p:cNvPr id="78" name="Text Placeholder 29">
            <a:extLst>
              <a:ext uri="{FF2B5EF4-FFF2-40B4-BE49-F238E27FC236}">
                <a16:creationId xmlns:a16="http://schemas.microsoft.com/office/drawing/2014/main" id="{131AC981-0281-1637-FF81-83660AEF0E1D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8171835" y="5370163"/>
            <a:ext cx="1489701" cy="250135"/>
          </a:xfrm>
        </p:spPr>
        <p:txBody>
          <a:bodyPr lIns="0" rIns="7200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Geologica Medium" pitchFamily="2" charset="0"/>
              </a:defRPr>
            </a:lvl1pPr>
          </a:lstStyle>
          <a:p>
            <a:pPr lvl="0"/>
            <a:r>
              <a:rPr lang="en-US"/>
              <a:t>Name Surname</a:t>
            </a:r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13569647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0B0CBA5D-C633-5DB3-92A0-559E438C737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7244" t="5698" r="5419" b="27692"/>
          <a:stretch/>
        </p:blipFill>
        <p:spPr>
          <a:xfrm>
            <a:off x="3447052" y="0"/>
            <a:ext cx="8744948" cy="6858000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C8F1E76D-42E7-E5A0-C4EE-968422112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8785" y="6356355"/>
            <a:ext cx="11794435" cy="365125"/>
          </a:xfr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DDD2A080-DA64-4F5C-9131-47EB793B4410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B082570-4DFF-F890-1D81-BDBC7B52D5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30"/>
            <a:ext cx="10515600" cy="459823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C1DA86-3583-A7C7-B337-28799163DCD2}"/>
              </a:ext>
            </a:extLst>
          </p:cNvPr>
          <p:cNvSpPr/>
          <p:nvPr/>
        </p:nvSpPr>
        <p:spPr>
          <a:xfrm>
            <a:off x="939115" y="824954"/>
            <a:ext cx="914400" cy="457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 sz="180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F5318B2-D35D-4E7C-E22B-DA56487E56D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1125" y="6395975"/>
            <a:ext cx="583200" cy="29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1433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- Whi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00467F9-79BA-D5F6-BA95-BC234EF38F8B}"/>
              </a:ext>
            </a:extLst>
          </p:cNvPr>
          <p:cNvSpPr txBox="1"/>
          <p:nvPr/>
        </p:nvSpPr>
        <p:spPr>
          <a:xfrm>
            <a:off x="3289852" y="-675419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l"/>
            <a:endParaRPr lang="en-UA" sz="18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952B90-AEA9-59DC-2248-20D0874C370C}"/>
              </a:ext>
            </a:extLst>
          </p:cNvPr>
          <p:cNvSpPr txBox="1"/>
          <p:nvPr/>
        </p:nvSpPr>
        <p:spPr>
          <a:xfrm>
            <a:off x="4753232" y="1186249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l"/>
            <a:endParaRPr lang="en-UA" sz="18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7EA9F5-94C8-F455-AB8F-FD6CB4C44549}"/>
              </a:ext>
            </a:extLst>
          </p:cNvPr>
          <p:cNvSpPr txBox="1"/>
          <p:nvPr/>
        </p:nvSpPr>
        <p:spPr>
          <a:xfrm>
            <a:off x="11914632" y="6437376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l"/>
            <a:endParaRPr lang="en-UA" sz="180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30945BD-F5EA-B3F8-CBFA-E550CEC77EE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1125" y="6395975"/>
            <a:ext cx="583200" cy="29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5109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-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00467F9-79BA-D5F6-BA95-BC234EF38F8B}"/>
              </a:ext>
            </a:extLst>
          </p:cNvPr>
          <p:cNvSpPr txBox="1"/>
          <p:nvPr/>
        </p:nvSpPr>
        <p:spPr>
          <a:xfrm>
            <a:off x="3289852" y="-675419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l"/>
            <a:endParaRPr lang="en-UA" sz="18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952B90-AEA9-59DC-2248-20D0874C370C}"/>
              </a:ext>
            </a:extLst>
          </p:cNvPr>
          <p:cNvSpPr txBox="1"/>
          <p:nvPr/>
        </p:nvSpPr>
        <p:spPr>
          <a:xfrm>
            <a:off x="4753232" y="1186249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l"/>
            <a:endParaRPr lang="en-UA" sz="18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7EA9F5-94C8-F455-AB8F-FD6CB4C44549}"/>
              </a:ext>
            </a:extLst>
          </p:cNvPr>
          <p:cNvSpPr txBox="1"/>
          <p:nvPr/>
        </p:nvSpPr>
        <p:spPr>
          <a:xfrm>
            <a:off x="11914632" y="6437376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l"/>
            <a:endParaRPr lang="en-UA" sz="180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AA846C9-7BB8-5DB9-F60C-86E0BBC5613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1125" y="6395975"/>
            <a:ext cx="583200" cy="29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887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lnk - Dark">
    <p:bg>
      <p:bgPr>
        <a:solidFill>
          <a:srgbClr val="0F0F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00467F9-79BA-D5F6-BA95-BC234EF38F8B}"/>
              </a:ext>
            </a:extLst>
          </p:cNvPr>
          <p:cNvSpPr txBox="1"/>
          <p:nvPr/>
        </p:nvSpPr>
        <p:spPr>
          <a:xfrm>
            <a:off x="3289852" y="-675419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l"/>
            <a:endParaRPr lang="en-UA" sz="18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952B90-AEA9-59DC-2248-20D0874C370C}"/>
              </a:ext>
            </a:extLst>
          </p:cNvPr>
          <p:cNvSpPr txBox="1"/>
          <p:nvPr/>
        </p:nvSpPr>
        <p:spPr>
          <a:xfrm>
            <a:off x="4753232" y="1186249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l"/>
            <a:endParaRPr lang="en-UA" sz="18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7EA9F5-94C8-F455-AB8F-FD6CB4C44549}"/>
              </a:ext>
            </a:extLst>
          </p:cNvPr>
          <p:cNvSpPr txBox="1"/>
          <p:nvPr/>
        </p:nvSpPr>
        <p:spPr>
          <a:xfrm>
            <a:off x="11914632" y="6437376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l"/>
            <a:endParaRPr lang="en-UA" sz="180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C0F8837-C5DE-3D0F-D3A2-3ADE00A768A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1125" y="6395975"/>
            <a:ext cx="583200" cy="29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9692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Zer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00467F9-79BA-D5F6-BA95-BC234EF38F8B}"/>
              </a:ext>
            </a:extLst>
          </p:cNvPr>
          <p:cNvSpPr txBox="1"/>
          <p:nvPr/>
        </p:nvSpPr>
        <p:spPr>
          <a:xfrm>
            <a:off x="3289852" y="-695739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l"/>
            <a:endParaRPr lang="en-UA" sz="1800"/>
          </a:p>
        </p:txBody>
      </p:sp>
    </p:spTree>
    <p:extLst>
      <p:ext uri="{BB962C8B-B14F-4D97-AF65-F5344CB8AC3E}">
        <p14:creationId xmlns:p14="http://schemas.microsoft.com/office/powerpoint/2010/main" val="13622262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43919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 Slid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24500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ue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Rectangle 104"/>
          <p:cNvSpPr>
            <a:spLocks noChangeArrowheads="1"/>
          </p:cNvSpPr>
          <p:nvPr userDrawn="1"/>
        </p:nvSpPr>
        <p:spPr bwMode="gray">
          <a:xfrm flipH="1">
            <a:off x="-3101345" y="5619201"/>
            <a:ext cx="3018793" cy="307429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txBody>
          <a:bodyPr wrap="square" lIns="180000" tIns="180000" rIns="180000" bIns="18000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1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</a:rPr>
              <a:t>INSERT NAME OF PRESENTER (ONE LINE)</a:t>
            </a:r>
          </a:p>
        </p:txBody>
      </p:sp>
      <p:sp>
        <p:nvSpPr>
          <p:cNvPr id="110" name="Rectangle 104"/>
          <p:cNvSpPr>
            <a:spLocks noChangeArrowheads="1"/>
          </p:cNvSpPr>
          <p:nvPr userDrawn="1"/>
        </p:nvSpPr>
        <p:spPr bwMode="gray">
          <a:xfrm flipH="1">
            <a:off x="-3101344" y="4680749"/>
            <a:ext cx="3018790" cy="729451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txBody>
          <a:bodyPr wrap="square" lIns="180000" tIns="180000" rIns="180000" bIns="18000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1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</a:rPr>
              <a:t>INSERT SUBTITLE HERE NOT MORE THAN 2 LINES OF TEXT</a:t>
            </a:r>
          </a:p>
        </p:txBody>
      </p:sp>
      <p:sp>
        <p:nvSpPr>
          <p:cNvPr id="38" name="Rectangle 104"/>
          <p:cNvSpPr>
            <a:spLocks noChangeArrowheads="1"/>
          </p:cNvSpPr>
          <p:nvPr userDrawn="1"/>
        </p:nvSpPr>
        <p:spPr bwMode="gray">
          <a:xfrm flipH="1">
            <a:off x="-3687885" y="0"/>
            <a:ext cx="19633024" cy="685420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72000" tIns="180000" rIns="72000" bIns="18000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endParaRPr kumimoji="0" lang="en-GB" altLang="en-US" sz="1200" b="1" i="0" u="none" strike="noStrike" kern="0" cap="none" spc="0" normalizeH="0" baseline="0" noProof="0">
              <a:ln>
                <a:noFill/>
              </a:ln>
              <a:solidFill>
                <a:srgbClr val="FDFDFD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2" name="Rectangle 1"/>
          <p:cNvSpPr/>
          <p:nvPr userDrawn="1"/>
        </p:nvSpPr>
        <p:spPr>
          <a:xfrm>
            <a:off x="334962" y="333375"/>
            <a:ext cx="11522076" cy="6191250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nl-NL" sz="1600" err="1">
              <a:solidFill>
                <a:schemeClr val="tx1"/>
              </a:solidFill>
            </a:endParaRPr>
          </a:p>
        </p:txBody>
      </p:sp>
      <p:sp>
        <p:nvSpPr>
          <p:cNvPr id="20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995362" y="3329637"/>
            <a:ext cx="10537826" cy="1227573"/>
          </a:xfrm>
        </p:spPr>
        <p:txBody>
          <a:bodyPr anchor="b" anchorCtr="0">
            <a:noAutofit/>
          </a:bodyPr>
          <a:lstStyle>
            <a:lvl1pPr algn="l">
              <a:lnSpc>
                <a:spcPts val="4600"/>
              </a:lnSpc>
              <a:defRPr sz="5600" b="1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Click to edit </a:t>
            </a:r>
            <a:br>
              <a:rPr lang="en-GB" noProof="0"/>
            </a:br>
            <a:r>
              <a:rPr lang="en-GB" noProof="0"/>
              <a:t>Master title style</a:t>
            </a:r>
          </a:p>
        </p:txBody>
      </p:sp>
      <p:sp>
        <p:nvSpPr>
          <p:cNvPr id="36" name="Text Placeholder 6"/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995362" y="4680750"/>
            <a:ext cx="10537826" cy="729450"/>
          </a:xfrm>
        </p:spPr>
        <p:txBody>
          <a:bodyPr>
            <a:noAutofit/>
          </a:bodyPr>
          <a:lstStyle>
            <a:lvl1pPr>
              <a:lnSpc>
                <a:spcPts val="2300"/>
              </a:lnSpc>
              <a:defRPr sz="25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Click to edit Subtitle text styles</a:t>
            </a:r>
          </a:p>
        </p:txBody>
      </p:sp>
      <p:sp>
        <p:nvSpPr>
          <p:cNvPr id="37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995362" y="5901351"/>
            <a:ext cx="10537825" cy="275612"/>
          </a:xfrm>
        </p:spPr>
        <p:txBody>
          <a:bodyPr tIns="0" bIns="0" anchor="b"/>
          <a:lstStyle>
            <a:lvl1pPr marL="0" indent="0" algn="l">
              <a:lnSpc>
                <a:spcPct val="100000"/>
              </a:lnSpc>
              <a:buNone/>
              <a:defRPr sz="1500">
                <a:solidFill>
                  <a:schemeClr val="bg1"/>
                </a:solidFill>
                <a:latin typeface="+mn-lt"/>
              </a:defRPr>
            </a:lvl1pPr>
            <a:lvl2pPr>
              <a:defRPr sz="2200">
                <a:solidFill>
                  <a:srgbClr val="000000"/>
                </a:solidFill>
              </a:defRPr>
            </a:lvl2pPr>
            <a:lvl3pPr>
              <a:defRPr sz="2200">
                <a:solidFill>
                  <a:srgbClr val="000000"/>
                </a:solidFill>
              </a:defRPr>
            </a:lvl3pPr>
            <a:lvl4pPr>
              <a:defRPr sz="2200">
                <a:solidFill>
                  <a:srgbClr val="000000"/>
                </a:solidFill>
              </a:defRPr>
            </a:lvl4pPr>
            <a:lvl5pPr>
              <a:defRPr sz="2200">
                <a:solidFill>
                  <a:srgbClr val="000000"/>
                </a:solidFill>
              </a:defRPr>
            </a:lvl5pPr>
          </a:lstStyle>
          <a:p>
            <a:pPr lvl="0"/>
            <a:r>
              <a:rPr lang="en-GB" noProof="0"/>
              <a:t>Click to edit location and date</a:t>
            </a:r>
          </a:p>
        </p:txBody>
      </p:sp>
      <p:grpSp>
        <p:nvGrpSpPr>
          <p:cNvPr id="60" name="Group 59"/>
          <p:cNvGrpSpPr/>
          <p:nvPr userDrawn="1"/>
        </p:nvGrpSpPr>
        <p:grpSpPr>
          <a:xfrm>
            <a:off x="994275" y="1309688"/>
            <a:ext cx="2975834" cy="1256727"/>
            <a:chOff x="12638090" y="1376363"/>
            <a:chExt cx="3984627" cy="1682751"/>
          </a:xfrm>
          <a:solidFill>
            <a:schemeClr val="bg1"/>
          </a:solidFill>
        </p:grpSpPr>
        <p:sp>
          <p:nvSpPr>
            <p:cNvPr id="61" name="Freeform 5"/>
            <p:cNvSpPr>
              <a:spLocks/>
            </p:cNvSpPr>
            <p:nvPr/>
          </p:nvSpPr>
          <p:spPr bwMode="auto">
            <a:xfrm>
              <a:off x="12638090" y="1376363"/>
              <a:ext cx="1346201" cy="1628775"/>
            </a:xfrm>
            <a:custGeom>
              <a:avLst/>
              <a:gdLst>
                <a:gd name="T0" fmla="*/ 358 w 423"/>
                <a:gd name="T1" fmla="*/ 55 h 509"/>
                <a:gd name="T2" fmla="*/ 209 w 423"/>
                <a:gd name="T3" fmla="*/ 0 h 509"/>
                <a:gd name="T4" fmla="*/ 61 w 423"/>
                <a:gd name="T5" fmla="*/ 61 h 509"/>
                <a:gd name="T6" fmla="*/ 0 w 423"/>
                <a:gd name="T7" fmla="*/ 206 h 509"/>
                <a:gd name="T8" fmla="*/ 141 w 423"/>
                <a:gd name="T9" fmla="*/ 398 h 509"/>
                <a:gd name="T10" fmla="*/ 184 w 423"/>
                <a:gd name="T11" fmla="*/ 330 h 509"/>
                <a:gd name="T12" fmla="*/ 79 w 423"/>
                <a:gd name="T13" fmla="*/ 205 h 509"/>
                <a:gd name="T14" fmla="*/ 210 w 423"/>
                <a:gd name="T15" fmla="*/ 76 h 509"/>
                <a:gd name="T16" fmla="*/ 344 w 423"/>
                <a:gd name="T17" fmla="*/ 202 h 509"/>
                <a:gd name="T18" fmla="*/ 310 w 423"/>
                <a:gd name="T19" fmla="*/ 299 h 509"/>
                <a:gd name="T20" fmla="*/ 310 w 423"/>
                <a:gd name="T21" fmla="*/ 299 h 509"/>
                <a:gd name="T22" fmla="*/ 310 w 423"/>
                <a:gd name="T23" fmla="*/ 300 h 509"/>
                <a:gd name="T24" fmla="*/ 168 w 423"/>
                <a:gd name="T25" fmla="*/ 509 h 509"/>
                <a:gd name="T26" fmla="*/ 241 w 423"/>
                <a:gd name="T27" fmla="*/ 509 h 509"/>
                <a:gd name="T28" fmla="*/ 274 w 423"/>
                <a:gd name="T29" fmla="*/ 491 h 509"/>
                <a:gd name="T30" fmla="*/ 352 w 423"/>
                <a:gd name="T31" fmla="*/ 366 h 509"/>
                <a:gd name="T32" fmla="*/ 366 w 423"/>
                <a:gd name="T33" fmla="*/ 343 h 509"/>
                <a:gd name="T34" fmla="*/ 423 w 423"/>
                <a:gd name="T35" fmla="*/ 200 h 509"/>
                <a:gd name="T36" fmla="*/ 358 w 423"/>
                <a:gd name="T37" fmla="*/ 55 h 5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23" h="509">
                  <a:moveTo>
                    <a:pt x="358" y="55"/>
                  </a:moveTo>
                  <a:cubicBezTo>
                    <a:pt x="318" y="20"/>
                    <a:pt x="264" y="0"/>
                    <a:pt x="209" y="0"/>
                  </a:cubicBezTo>
                  <a:cubicBezTo>
                    <a:pt x="153" y="0"/>
                    <a:pt x="101" y="22"/>
                    <a:pt x="61" y="61"/>
                  </a:cubicBezTo>
                  <a:cubicBezTo>
                    <a:pt x="22" y="100"/>
                    <a:pt x="0" y="152"/>
                    <a:pt x="0" y="206"/>
                  </a:cubicBezTo>
                  <a:cubicBezTo>
                    <a:pt x="0" y="296"/>
                    <a:pt x="56" y="372"/>
                    <a:pt x="141" y="398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24" y="319"/>
                    <a:pt x="79" y="268"/>
                    <a:pt x="79" y="205"/>
                  </a:cubicBezTo>
                  <a:cubicBezTo>
                    <a:pt x="79" y="134"/>
                    <a:pt x="138" y="76"/>
                    <a:pt x="210" y="76"/>
                  </a:cubicBezTo>
                  <a:cubicBezTo>
                    <a:pt x="276" y="76"/>
                    <a:pt x="344" y="123"/>
                    <a:pt x="344" y="202"/>
                  </a:cubicBezTo>
                  <a:cubicBezTo>
                    <a:pt x="344" y="239"/>
                    <a:pt x="327" y="271"/>
                    <a:pt x="310" y="299"/>
                  </a:cubicBezTo>
                  <a:cubicBezTo>
                    <a:pt x="310" y="299"/>
                    <a:pt x="310" y="299"/>
                    <a:pt x="310" y="299"/>
                  </a:cubicBezTo>
                  <a:cubicBezTo>
                    <a:pt x="310" y="300"/>
                    <a:pt x="310" y="300"/>
                    <a:pt x="310" y="300"/>
                  </a:cubicBezTo>
                  <a:cubicBezTo>
                    <a:pt x="168" y="509"/>
                    <a:pt x="168" y="509"/>
                    <a:pt x="168" y="509"/>
                  </a:cubicBezTo>
                  <a:cubicBezTo>
                    <a:pt x="241" y="509"/>
                    <a:pt x="241" y="509"/>
                    <a:pt x="241" y="509"/>
                  </a:cubicBezTo>
                  <a:cubicBezTo>
                    <a:pt x="255" y="509"/>
                    <a:pt x="267" y="502"/>
                    <a:pt x="274" y="491"/>
                  </a:cubicBezTo>
                  <a:cubicBezTo>
                    <a:pt x="352" y="366"/>
                    <a:pt x="352" y="366"/>
                    <a:pt x="352" y="366"/>
                  </a:cubicBezTo>
                  <a:cubicBezTo>
                    <a:pt x="356" y="358"/>
                    <a:pt x="361" y="350"/>
                    <a:pt x="366" y="343"/>
                  </a:cubicBezTo>
                  <a:cubicBezTo>
                    <a:pt x="394" y="297"/>
                    <a:pt x="423" y="249"/>
                    <a:pt x="423" y="200"/>
                  </a:cubicBezTo>
                  <a:cubicBezTo>
                    <a:pt x="423" y="127"/>
                    <a:pt x="388" y="81"/>
                    <a:pt x="358" y="5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nl-NL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nl-NL"/>
            </a:p>
          </p:txBody>
        </p:sp>
        <p:sp>
          <p:nvSpPr>
            <p:cNvPr id="62" name="Oval 61"/>
            <p:cNvSpPr>
              <a:spLocks noChangeArrowheads="1"/>
            </p:cNvSpPr>
            <p:nvPr/>
          </p:nvSpPr>
          <p:spPr bwMode="auto">
            <a:xfrm>
              <a:off x="13134978" y="1836738"/>
              <a:ext cx="352425" cy="3556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nl-NL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nl-NL"/>
            </a:p>
          </p:txBody>
        </p:sp>
        <p:sp>
          <p:nvSpPr>
            <p:cNvPr id="63" name="Rectangle 62"/>
            <p:cNvSpPr>
              <a:spLocks noChangeArrowheads="1"/>
            </p:cNvSpPr>
            <p:nvPr/>
          </p:nvSpPr>
          <p:spPr bwMode="auto">
            <a:xfrm>
              <a:off x="14266866" y="1590676"/>
              <a:ext cx="134938" cy="5349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nl-NL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nl-NL"/>
            </a:p>
          </p:txBody>
        </p:sp>
        <p:sp>
          <p:nvSpPr>
            <p:cNvPr id="64" name="Freeform 8"/>
            <p:cNvSpPr>
              <a:spLocks noEditPoints="1"/>
            </p:cNvSpPr>
            <p:nvPr/>
          </p:nvSpPr>
          <p:spPr bwMode="auto">
            <a:xfrm>
              <a:off x="14468478" y="1693863"/>
              <a:ext cx="444500" cy="444500"/>
            </a:xfrm>
            <a:custGeom>
              <a:avLst/>
              <a:gdLst>
                <a:gd name="T0" fmla="*/ 101 w 140"/>
                <a:gd name="T1" fmla="*/ 52 h 139"/>
                <a:gd name="T2" fmla="*/ 93 w 140"/>
                <a:gd name="T3" fmla="*/ 37 h 139"/>
                <a:gd name="T4" fmla="*/ 73 w 140"/>
                <a:gd name="T5" fmla="*/ 29 h 139"/>
                <a:gd name="T6" fmla="*/ 52 w 140"/>
                <a:gd name="T7" fmla="*/ 38 h 139"/>
                <a:gd name="T8" fmla="*/ 44 w 140"/>
                <a:gd name="T9" fmla="*/ 52 h 139"/>
                <a:gd name="T10" fmla="*/ 101 w 140"/>
                <a:gd name="T11" fmla="*/ 52 h 139"/>
                <a:gd name="T12" fmla="*/ 140 w 140"/>
                <a:gd name="T13" fmla="*/ 77 h 139"/>
                <a:gd name="T14" fmla="*/ 43 w 140"/>
                <a:gd name="T15" fmla="*/ 77 h 139"/>
                <a:gd name="T16" fmla="*/ 51 w 140"/>
                <a:gd name="T17" fmla="*/ 99 h 139"/>
                <a:gd name="T18" fmla="*/ 72 w 140"/>
                <a:gd name="T19" fmla="*/ 107 h 139"/>
                <a:gd name="T20" fmla="*/ 89 w 140"/>
                <a:gd name="T21" fmla="*/ 103 h 139"/>
                <a:gd name="T22" fmla="*/ 98 w 140"/>
                <a:gd name="T23" fmla="*/ 93 h 139"/>
                <a:gd name="T24" fmla="*/ 138 w 140"/>
                <a:gd name="T25" fmla="*/ 97 h 139"/>
                <a:gd name="T26" fmla="*/ 113 w 140"/>
                <a:gd name="T27" fmla="*/ 129 h 139"/>
                <a:gd name="T28" fmla="*/ 72 w 140"/>
                <a:gd name="T29" fmla="*/ 139 h 139"/>
                <a:gd name="T30" fmla="*/ 20 w 140"/>
                <a:gd name="T31" fmla="*/ 120 h 139"/>
                <a:gd name="T32" fmla="*/ 0 w 140"/>
                <a:gd name="T33" fmla="*/ 70 h 139"/>
                <a:gd name="T34" fmla="*/ 20 w 140"/>
                <a:gd name="T35" fmla="*/ 19 h 139"/>
                <a:gd name="T36" fmla="*/ 70 w 140"/>
                <a:gd name="T37" fmla="*/ 0 h 139"/>
                <a:gd name="T38" fmla="*/ 122 w 140"/>
                <a:gd name="T39" fmla="*/ 20 h 139"/>
                <a:gd name="T40" fmla="*/ 140 w 140"/>
                <a:gd name="T41" fmla="*/ 73 h 139"/>
                <a:gd name="T42" fmla="*/ 140 w 140"/>
                <a:gd name="T43" fmla="*/ 77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0" h="139">
                  <a:moveTo>
                    <a:pt x="101" y="52"/>
                  </a:moveTo>
                  <a:cubicBezTo>
                    <a:pt x="101" y="51"/>
                    <a:pt x="99" y="43"/>
                    <a:pt x="93" y="37"/>
                  </a:cubicBezTo>
                  <a:cubicBezTo>
                    <a:pt x="88" y="32"/>
                    <a:pt x="81" y="29"/>
                    <a:pt x="73" y="29"/>
                  </a:cubicBezTo>
                  <a:cubicBezTo>
                    <a:pt x="62" y="29"/>
                    <a:pt x="56" y="34"/>
                    <a:pt x="52" y="38"/>
                  </a:cubicBezTo>
                  <a:cubicBezTo>
                    <a:pt x="48" y="41"/>
                    <a:pt x="46" y="46"/>
                    <a:pt x="44" y="52"/>
                  </a:cubicBezTo>
                  <a:lnTo>
                    <a:pt x="101" y="52"/>
                  </a:lnTo>
                  <a:close/>
                  <a:moveTo>
                    <a:pt x="140" y="77"/>
                  </a:moveTo>
                  <a:cubicBezTo>
                    <a:pt x="43" y="77"/>
                    <a:pt x="43" y="77"/>
                    <a:pt x="43" y="77"/>
                  </a:cubicBezTo>
                  <a:cubicBezTo>
                    <a:pt x="43" y="84"/>
                    <a:pt x="46" y="93"/>
                    <a:pt x="51" y="99"/>
                  </a:cubicBezTo>
                  <a:cubicBezTo>
                    <a:pt x="57" y="106"/>
                    <a:pt x="66" y="107"/>
                    <a:pt x="72" y="107"/>
                  </a:cubicBezTo>
                  <a:cubicBezTo>
                    <a:pt x="78" y="107"/>
                    <a:pt x="85" y="106"/>
                    <a:pt x="89" y="103"/>
                  </a:cubicBezTo>
                  <a:cubicBezTo>
                    <a:pt x="90" y="103"/>
                    <a:pt x="95" y="100"/>
                    <a:pt x="98" y="93"/>
                  </a:cubicBezTo>
                  <a:cubicBezTo>
                    <a:pt x="138" y="97"/>
                    <a:pt x="138" y="97"/>
                    <a:pt x="138" y="97"/>
                  </a:cubicBezTo>
                  <a:cubicBezTo>
                    <a:pt x="132" y="115"/>
                    <a:pt x="120" y="125"/>
                    <a:pt x="113" y="129"/>
                  </a:cubicBezTo>
                  <a:cubicBezTo>
                    <a:pt x="100" y="137"/>
                    <a:pt x="86" y="139"/>
                    <a:pt x="72" y="139"/>
                  </a:cubicBezTo>
                  <a:cubicBezTo>
                    <a:pt x="52" y="139"/>
                    <a:pt x="35" y="136"/>
                    <a:pt x="20" y="120"/>
                  </a:cubicBezTo>
                  <a:cubicBezTo>
                    <a:pt x="9" y="109"/>
                    <a:pt x="0" y="92"/>
                    <a:pt x="0" y="70"/>
                  </a:cubicBezTo>
                  <a:cubicBezTo>
                    <a:pt x="0" y="52"/>
                    <a:pt x="7" y="32"/>
                    <a:pt x="20" y="19"/>
                  </a:cubicBezTo>
                  <a:cubicBezTo>
                    <a:pt x="36" y="3"/>
                    <a:pt x="55" y="0"/>
                    <a:pt x="70" y="0"/>
                  </a:cubicBezTo>
                  <a:cubicBezTo>
                    <a:pt x="85" y="0"/>
                    <a:pt x="106" y="3"/>
                    <a:pt x="122" y="20"/>
                  </a:cubicBezTo>
                  <a:cubicBezTo>
                    <a:pt x="137" y="36"/>
                    <a:pt x="140" y="57"/>
                    <a:pt x="140" y="73"/>
                  </a:cubicBezTo>
                  <a:lnTo>
                    <a:pt x="140" y="7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nl-NL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nl-NL"/>
            </a:p>
          </p:txBody>
        </p:sp>
        <p:sp>
          <p:nvSpPr>
            <p:cNvPr id="65" name="Freeform 9"/>
            <p:cNvSpPr>
              <a:spLocks/>
            </p:cNvSpPr>
            <p:nvPr/>
          </p:nvSpPr>
          <p:spPr bwMode="auto">
            <a:xfrm>
              <a:off x="14928854" y="1709738"/>
              <a:ext cx="503238" cy="415925"/>
            </a:xfrm>
            <a:custGeom>
              <a:avLst/>
              <a:gdLst>
                <a:gd name="T0" fmla="*/ 93 w 317"/>
                <a:gd name="T1" fmla="*/ 0 h 262"/>
                <a:gd name="T2" fmla="*/ 159 w 317"/>
                <a:gd name="T3" fmla="*/ 139 h 262"/>
                <a:gd name="T4" fmla="*/ 225 w 317"/>
                <a:gd name="T5" fmla="*/ 0 h 262"/>
                <a:gd name="T6" fmla="*/ 317 w 317"/>
                <a:gd name="T7" fmla="*/ 0 h 262"/>
                <a:gd name="T8" fmla="*/ 185 w 317"/>
                <a:gd name="T9" fmla="*/ 262 h 262"/>
                <a:gd name="T10" fmla="*/ 133 w 317"/>
                <a:gd name="T11" fmla="*/ 262 h 262"/>
                <a:gd name="T12" fmla="*/ 0 w 317"/>
                <a:gd name="T13" fmla="*/ 0 h 262"/>
                <a:gd name="T14" fmla="*/ 93 w 317"/>
                <a:gd name="T15" fmla="*/ 0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17" h="262">
                  <a:moveTo>
                    <a:pt x="93" y="0"/>
                  </a:moveTo>
                  <a:lnTo>
                    <a:pt x="159" y="139"/>
                  </a:lnTo>
                  <a:lnTo>
                    <a:pt x="225" y="0"/>
                  </a:lnTo>
                  <a:lnTo>
                    <a:pt x="317" y="0"/>
                  </a:lnTo>
                  <a:lnTo>
                    <a:pt x="185" y="262"/>
                  </a:lnTo>
                  <a:lnTo>
                    <a:pt x="133" y="262"/>
                  </a:lnTo>
                  <a:lnTo>
                    <a:pt x="0" y="0"/>
                  </a:lnTo>
                  <a:lnTo>
                    <a:pt x="9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nl-NL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nl-NL"/>
            </a:p>
          </p:txBody>
        </p:sp>
        <p:sp>
          <p:nvSpPr>
            <p:cNvPr id="66" name="Freeform 10"/>
            <p:cNvSpPr>
              <a:spLocks/>
            </p:cNvSpPr>
            <p:nvPr/>
          </p:nvSpPr>
          <p:spPr bwMode="auto">
            <a:xfrm>
              <a:off x="15476541" y="1709738"/>
              <a:ext cx="133350" cy="415925"/>
            </a:xfrm>
            <a:custGeom>
              <a:avLst/>
              <a:gdLst>
                <a:gd name="T0" fmla="*/ 42 w 42"/>
                <a:gd name="T1" fmla="*/ 0 h 130"/>
                <a:gd name="T2" fmla="*/ 42 w 42"/>
                <a:gd name="T3" fmla="*/ 97 h 130"/>
                <a:gd name="T4" fmla="*/ 9 w 42"/>
                <a:gd name="T5" fmla="*/ 130 h 130"/>
                <a:gd name="T6" fmla="*/ 0 w 42"/>
                <a:gd name="T7" fmla="*/ 130 h 130"/>
                <a:gd name="T8" fmla="*/ 0 w 42"/>
                <a:gd name="T9" fmla="*/ 0 h 130"/>
                <a:gd name="T10" fmla="*/ 42 w 42"/>
                <a:gd name="T11" fmla="*/ 0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2" h="130">
                  <a:moveTo>
                    <a:pt x="42" y="0"/>
                  </a:moveTo>
                  <a:cubicBezTo>
                    <a:pt x="42" y="97"/>
                    <a:pt x="42" y="97"/>
                    <a:pt x="42" y="97"/>
                  </a:cubicBezTo>
                  <a:cubicBezTo>
                    <a:pt x="42" y="115"/>
                    <a:pt x="27" y="130"/>
                    <a:pt x="9" y="130"/>
                  </a:cubicBezTo>
                  <a:cubicBezTo>
                    <a:pt x="0" y="130"/>
                    <a:pt x="0" y="130"/>
                    <a:pt x="0" y="13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4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nl-NL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nl-NL"/>
            </a:p>
          </p:txBody>
        </p:sp>
        <p:sp>
          <p:nvSpPr>
            <p:cNvPr id="67" name="Freeform 11"/>
            <p:cNvSpPr>
              <a:spLocks/>
            </p:cNvSpPr>
            <p:nvPr/>
          </p:nvSpPr>
          <p:spPr bwMode="auto">
            <a:xfrm>
              <a:off x="14263691" y="2220913"/>
              <a:ext cx="420688" cy="425450"/>
            </a:xfrm>
            <a:custGeom>
              <a:avLst/>
              <a:gdLst>
                <a:gd name="T0" fmla="*/ 0 w 132"/>
                <a:gd name="T1" fmla="*/ 3 h 133"/>
                <a:gd name="T2" fmla="*/ 42 w 132"/>
                <a:gd name="T3" fmla="*/ 3 h 133"/>
                <a:gd name="T4" fmla="*/ 42 w 132"/>
                <a:gd name="T5" fmla="*/ 19 h 133"/>
                <a:gd name="T6" fmla="*/ 82 w 132"/>
                <a:gd name="T7" fmla="*/ 0 h 133"/>
                <a:gd name="T8" fmla="*/ 119 w 132"/>
                <a:gd name="T9" fmla="*/ 13 h 133"/>
                <a:gd name="T10" fmla="*/ 132 w 132"/>
                <a:gd name="T11" fmla="*/ 51 h 133"/>
                <a:gd name="T12" fmla="*/ 132 w 132"/>
                <a:gd name="T13" fmla="*/ 133 h 133"/>
                <a:gd name="T14" fmla="*/ 90 w 132"/>
                <a:gd name="T15" fmla="*/ 133 h 133"/>
                <a:gd name="T16" fmla="*/ 90 w 132"/>
                <a:gd name="T17" fmla="*/ 66 h 133"/>
                <a:gd name="T18" fmla="*/ 83 w 132"/>
                <a:gd name="T19" fmla="*/ 40 h 133"/>
                <a:gd name="T20" fmla="*/ 67 w 132"/>
                <a:gd name="T21" fmla="*/ 35 h 133"/>
                <a:gd name="T22" fmla="*/ 50 w 132"/>
                <a:gd name="T23" fmla="*/ 42 h 133"/>
                <a:gd name="T24" fmla="*/ 42 w 132"/>
                <a:gd name="T25" fmla="*/ 66 h 133"/>
                <a:gd name="T26" fmla="*/ 42 w 132"/>
                <a:gd name="T27" fmla="*/ 133 h 133"/>
                <a:gd name="T28" fmla="*/ 0 w 132"/>
                <a:gd name="T29" fmla="*/ 133 h 133"/>
                <a:gd name="T30" fmla="*/ 0 w 132"/>
                <a:gd name="T31" fmla="*/ 3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2" h="133">
                  <a:moveTo>
                    <a:pt x="0" y="3"/>
                  </a:moveTo>
                  <a:cubicBezTo>
                    <a:pt x="42" y="3"/>
                    <a:pt x="42" y="3"/>
                    <a:pt x="42" y="3"/>
                  </a:cubicBezTo>
                  <a:cubicBezTo>
                    <a:pt x="42" y="19"/>
                    <a:pt x="42" y="19"/>
                    <a:pt x="42" y="19"/>
                  </a:cubicBezTo>
                  <a:cubicBezTo>
                    <a:pt x="54" y="2"/>
                    <a:pt x="70" y="0"/>
                    <a:pt x="82" y="0"/>
                  </a:cubicBezTo>
                  <a:cubicBezTo>
                    <a:pt x="93" y="0"/>
                    <a:pt x="108" y="2"/>
                    <a:pt x="119" y="13"/>
                  </a:cubicBezTo>
                  <a:cubicBezTo>
                    <a:pt x="131" y="25"/>
                    <a:pt x="132" y="40"/>
                    <a:pt x="132" y="51"/>
                  </a:cubicBezTo>
                  <a:cubicBezTo>
                    <a:pt x="132" y="133"/>
                    <a:pt x="132" y="133"/>
                    <a:pt x="132" y="133"/>
                  </a:cubicBezTo>
                  <a:cubicBezTo>
                    <a:pt x="90" y="133"/>
                    <a:pt x="90" y="133"/>
                    <a:pt x="90" y="133"/>
                  </a:cubicBezTo>
                  <a:cubicBezTo>
                    <a:pt x="90" y="66"/>
                    <a:pt x="90" y="66"/>
                    <a:pt x="90" y="66"/>
                  </a:cubicBezTo>
                  <a:cubicBezTo>
                    <a:pt x="90" y="58"/>
                    <a:pt x="90" y="47"/>
                    <a:pt x="83" y="40"/>
                  </a:cubicBezTo>
                  <a:cubicBezTo>
                    <a:pt x="80" y="37"/>
                    <a:pt x="75" y="35"/>
                    <a:pt x="67" y="35"/>
                  </a:cubicBezTo>
                  <a:cubicBezTo>
                    <a:pt x="59" y="35"/>
                    <a:pt x="53" y="38"/>
                    <a:pt x="50" y="42"/>
                  </a:cubicBezTo>
                  <a:cubicBezTo>
                    <a:pt x="43" y="49"/>
                    <a:pt x="42" y="58"/>
                    <a:pt x="42" y="66"/>
                  </a:cubicBezTo>
                  <a:cubicBezTo>
                    <a:pt x="42" y="133"/>
                    <a:pt x="42" y="133"/>
                    <a:pt x="42" y="133"/>
                  </a:cubicBezTo>
                  <a:cubicBezTo>
                    <a:pt x="0" y="133"/>
                    <a:pt x="0" y="133"/>
                    <a:pt x="0" y="133"/>
                  </a:cubicBezTo>
                  <a:lnTo>
                    <a:pt x="0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nl-NL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nl-NL"/>
            </a:p>
          </p:txBody>
        </p:sp>
        <p:sp>
          <p:nvSpPr>
            <p:cNvPr id="68" name="Freeform 12"/>
            <p:cNvSpPr>
              <a:spLocks/>
            </p:cNvSpPr>
            <p:nvPr/>
          </p:nvSpPr>
          <p:spPr bwMode="auto">
            <a:xfrm>
              <a:off x="14779629" y="2230438"/>
              <a:ext cx="133350" cy="415925"/>
            </a:xfrm>
            <a:custGeom>
              <a:avLst/>
              <a:gdLst>
                <a:gd name="T0" fmla="*/ 42 w 42"/>
                <a:gd name="T1" fmla="*/ 0 h 130"/>
                <a:gd name="T2" fmla="*/ 42 w 42"/>
                <a:gd name="T3" fmla="*/ 98 h 130"/>
                <a:gd name="T4" fmla="*/ 10 w 42"/>
                <a:gd name="T5" fmla="*/ 130 h 130"/>
                <a:gd name="T6" fmla="*/ 0 w 42"/>
                <a:gd name="T7" fmla="*/ 130 h 130"/>
                <a:gd name="T8" fmla="*/ 0 w 42"/>
                <a:gd name="T9" fmla="*/ 0 h 130"/>
                <a:gd name="T10" fmla="*/ 42 w 42"/>
                <a:gd name="T11" fmla="*/ 0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2" h="130">
                  <a:moveTo>
                    <a:pt x="42" y="0"/>
                  </a:moveTo>
                  <a:cubicBezTo>
                    <a:pt x="42" y="98"/>
                    <a:pt x="42" y="98"/>
                    <a:pt x="42" y="98"/>
                  </a:cubicBezTo>
                  <a:cubicBezTo>
                    <a:pt x="42" y="116"/>
                    <a:pt x="27" y="130"/>
                    <a:pt x="10" y="130"/>
                  </a:cubicBezTo>
                  <a:cubicBezTo>
                    <a:pt x="0" y="130"/>
                    <a:pt x="0" y="130"/>
                    <a:pt x="0" y="13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4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nl-NL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nl-NL"/>
            </a:p>
          </p:txBody>
        </p:sp>
        <p:sp>
          <p:nvSpPr>
            <p:cNvPr id="69" name="Freeform 13"/>
            <p:cNvSpPr>
              <a:spLocks/>
            </p:cNvSpPr>
            <p:nvPr/>
          </p:nvSpPr>
          <p:spPr bwMode="auto">
            <a:xfrm>
              <a:off x="15009816" y="2220913"/>
              <a:ext cx="419100" cy="425450"/>
            </a:xfrm>
            <a:custGeom>
              <a:avLst/>
              <a:gdLst>
                <a:gd name="T0" fmla="*/ 0 w 132"/>
                <a:gd name="T1" fmla="*/ 3 h 133"/>
                <a:gd name="T2" fmla="*/ 42 w 132"/>
                <a:gd name="T3" fmla="*/ 3 h 133"/>
                <a:gd name="T4" fmla="*/ 42 w 132"/>
                <a:gd name="T5" fmla="*/ 19 h 133"/>
                <a:gd name="T6" fmla="*/ 82 w 132"/>
                <a:gd name="T7" fmla="*/ 0 h 133"/>
                <a:gd name="T8" fmla="*/ 119 w 132"/>
                <a:gd name="T9" fmla="*/ 13 h 133"/>
                <a:gd name="T10" fmla="*/ 132 w 132"/>
                <a:gd name="T11" fmla="*/ 51 h 133"/>
                <a:gd name="T12" fmla="*/ 132 w 132"/>
                <a:gd name="T13" fmla="*/ 133 h 133"/>
                <a:gd name="T14" fmla="*/ 90 w 132"/>
                <a:gd name="T15" fmla="*/ 133 h 133"/>
                <a:gd name="T16" fmla="*/ 90 w 132"/>
                <a:gd name="T17" fmla="*/ 66 h 133"/>
                <a:gd name="T18" fmla="*/ 83 w 132"/>
                <a:gd name="T19" fmla="*/ 40 h 133"/>
                <a:gd name="T20" fmla="*/ 67 w 132"/>
                <a:gd name="T21" fmla="*/ 35 h 133"/>
                <a:gd name="T22" fmla="*/ 50 w 132"/>
                <a:gd name="T23" fmla="*/ 42 h 133"/>
                <a:gd name="T24" fmla="*/ 42 w 132"/>
                <a:gd name="T25" fmla="*/ 66 h 133"/>
                <a:gd name="T26" fmla="*/ 42 w 132"/>
                <a:gd name="T27" fmla="*/ 133 h 133"/>
                <a:gd name="T28" fmla="*/ 0 w 132"/>
                <a:gd name="T29" fmla="*/ 133 h 133"/>
                <a:gd name="T30" fmla="*/ 0 w 132"/>
                <a:gd name="T31" fmla="*/ 3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2" h="133">
                  <a:moveTo>
                    <a:pt x="0" y="3"/>
                  </a:moveTo>
                  <a:cubicBezTo>
                    <a:pt x="42" y="3"/>
                    <a:pt x="42" y="3"/>
                    <a:pt x="42" y="3"/>
                  </a:cubicBezTo>
                  <a:cubicBezTo>
                    <a:pt x="42" y="19"/>
                    <a:pt x="42" y="19"/>
                    <a:pt x="42" y="19"/>
                  </a:cubicBezTo>
                  <a:cubicBezTo>
                    <a:pt x="54" y="2"/>
                    <a:pt x="70" y="0"/>
                    <a:pt x="82" y="0"/>
                  </a:cubicBezTo>
                  <a:cubicBezTo>
                    <a:pt x="93" y="0"/>
                    <a:pt x="108" y="2"/>
                    <a:pt x="119" y="13"/>
                  </a:cubicBezTo>
                  <a:cubicBezTo>
                    <a:pt x="131" y="25"/>
                    <a:pt x="132" y="40"/>
                    <a:pt x="132" y="51"/>
                  </a:cubicBezTo>
                  <a:cubicBezTo>
                    <a:pt x="132" y="133"/>
                    <a:pt x="132" y="133"/>
                    <a:pt x="132" y="133"/>
                  </a:cubicBezTo>
                  <a:cubicBezTo>
                    <a:pt x="90" y="133"/>
                    <a:pt x="90" y="133"/>
                    <a:pt x="90" y="133"/>
                  </a:cubicBezTo>
                  <a:cubicBezTo>
                    <a:pt x="90" y="66"/>
                    <a:pt x="90" y="66"/>
                    <a:pt x="90" y="66"/>
                  </a:cubicBezTo>
                  <a:cubicBezTo>
                    <a:pt x="90" y="58"/>
                    <a:pt x="90" y="47"/>
                    <a:pt x="83" y="40"/>
                  </a:cubicBezTo>
                  <a:cubicBezTo>
                    <a:pt x="80" y="37"/>
                    <a:pt x="75" y="35"/>
                    <a:pt x="67" y="35"/>
                  </a:cubicBezTo>
                  <a:cubicBezTo>
                    <a:pt x="59" y="35"/>
                    <a:pt x="53" y="38"/>
                    <a:pt x="50" y="42"/>
                  </a:cubicBezTo>
                  <a:cubicBezTo>
                    <a:pt x="43" y="49"/>
                    <a:pt x="42" y="58"/>
                    <a:pt x="42" y="66"/>
                  </a:cubicBezTo>
                  <a:cubicBezTo>
                    <a:pt x="42" y="133"/>
                    <a:pt x="42" y="133"/>
                    <a:pt x="42" y="133"/>
                  </a:cubicBezTo>
                  <a:cubicBezTo>
                    <a:pt x="0" y="133"/>
                    <a:pt x="0" y="133"/>
                    <a:pt x="0" y="133"/>
                  </a:cubicBezTo>
                  <a:lnTo>
                    <a:pt x="0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nl-NL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nl-NL"/>
            </a:p>
          </p:txBody>
        </p:sp>
        <p:sp>
          <p:nvSpPr>
            <p:cNvPr id="70" name="Freeform 14"/>
            <p:cNvSpPr>
              <a:spLocks noEditPoints="1"/>
            </p:cNvSpPr>
            <p:nvPr/>
          </p:nvSpPr>
          <p:spPr bwMode="auto">
            <a:xfrm>
              <a:off x="15495591" y="2217738"/>
              <a:ext cx="442913" cy="441325"/>
            </a:xfrm>
            <a:custGeom>
              <a:avLst/>
              <a:gdLst>
                <a:gd name="T0" fmla="*/ 101 w 139"/>
                <a:gd name="T1" fmla="*/ 51 h 138"/>
                <a:gd name="T2" fmla="*/ 92 w 139"/>
                <a:gd name="T3" fmla="*/ 36 h 138"/>
                <a:gd name="T4" fmla="*/ 72 w 139"/>
                <a:gd name="T5" fmla="*/ 29 h 138"/>
                <a:gd name="T6" fmla="*/ 51 w 139"/>
                <a:gd name="T7" fmla="*/ 37 h 138"/>
                <a:gd name="T8" fmla="*/ 44 w 139"/>
                <a:gd name="T9" fmla="*/ 51 h 138"/>
                <a:gd name="T10" fmla="*/ 101 w 139"/>
                <a:gd name="T11" fmla="*/ 51 h 138"/>
                <a:gd name="T12" fmla="*/ 139 w 139"/>
                <a:gd name="T13" fmla="*/ 76 h 138"/>
                <a:gd name="T14" fmla="*/ 42 w 139"/>
                <a:gd name="T15" fmla="*/ 76 h 138"/>
                <a:gd name="T16" fmla="*/ 50 w 139"/>
                <a:gd name="T17" fmla="*/ 99 h 138"/>
                <a:gd name="T18" fmla="*/ 72 w 139"/>
                <a:gd name="T19" fmla="*/ 107 h 138"/>
                <a:gd name="T20" fmla="*/ 89 w 139"/>
                <a:gd name="T21" fmla="*/ 103 h 138"/>
                <a:gd name="T22" fmla="*/ 98 w 139"/>
                <a:gd name="T23" fmla="*/ 92 h 138"/>
                <a:gd name="T24" fmla="*/ 137 w 139"/>
                <a:gd name="T25" fmla="*/ 96 h 138"/>
                <a:gd name="T26" fmla="*/ 112 w 139"/>
                <a:gd name="T27" fmla="*/ 129 h 138"/>
                <a:gd name="T28" fmla="*/ 71 w 139"/>
                <a:gd name="T29" fmla="*/ 138 h 138"/>
                <a:gd name="T30" fmla="*/ 19 w 139"/>
                <a:gd name="T31" fmla="*/ 120 h 138"/>
                <a:gd name="T32" fmla="*/ 0 w 139"/>
                <a:gd name="T33" fmla="*/ 70 h 138"/>
                <a:gd name="T34" fmla="*/ 20 w 139"/>
                <a:gd name="T35" fmla="*/ 18 h 138"/>
                <a:gd name="T36" fmla="*/ 69 w 139"/>
                <a:gd name="T37" fmla="*/ 0 h 138"/>
                <a:gd name="T38" fmla="*/ 121 w 139"/>
                <a:gd name="T39" fmla="*/ 19 h 138"/>
                <a:gd name="T40" fmla="*/ 139 w 139"/>
                <a:gd name="T41" fmla="*/ 72 h 138"/>
                <a:gd name="T42" fmla="*/ 139 w 139"/>
                <a:gd name="T43" fmla="*/ 76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39" h="138">
                  <a:moveTo>
                    <a:pt x="101" y="51"/>
                  </a:moveTo>
                  <a:cubicBezTo>
                    <a:pt x="100" y="50"/>
                    <a:pt x="98" y="42"/>
                    <a:pt x="92" y="36"/>
                  </a:cubicBezTo>
                  <a:cubicBezTo>
                    <a:pt x="87" y="32"/>
                    <a:pt x="81" y="29"/>
                    <a:pt x="72" y="29"/>
                  </a:cubicBezTo>
                  <a:cubicBezTo>
                    <a:pt x="61" y="29"/>
                    <a:pt x="55" y="33"/>
                    <a:pt x="51" y="37"/>
                  </a:cubicBezTo>
                  <a:cubicBezTo>
                    <a:pt x="48" y="41"/>
                    <a:pt x="45" y="45"/>
                    <a:pt x="44" y="51"/>
                  </a:cubicBezTo>
                  <a:lnTo>
                    <a:pt x="101" y="51"/>
                  </a:lnTo>
                  <a:close/>
                  <a:moveTo>
                    <a:pt x="139" y="76"/>
                  </a:moveTo>
                  <a:cubicBezTo>
                    <a:pt x="42" y="76"/>
                    <a:pt x="42" y="76"/>
                    <a:pt x="42" y="76"/>
                  </a:cubicBezTo>
                  <a:cubicBezTo>
                    <a:pt x="42" y="83"/>
                    <a:pt x="45" y="93"/>
                    <a:pt x="50" y="99"/>
                  </a:cubicBezTo>
                  <a:cubicBezTo>
                    <a:pt x="57" y="106"/>
                    <a:pt x="65" y="107"/>
                    <a:pt x="72" y="107"/>
                  </a:cubicBezTo>
                  <a:cubicBezTo>
                    <a:pt x="78" y="107"/>
                    <a:pt x="84" y="106"/>
                    <a:pt x="89" y="103"/>
                  </a:cubicBezTo>
                  <a:cubicBezTo>
                    <a:pt x="89" y="103"/>
                    <a:pt x="94" y="99"/>
                    <a:pt x="98" y="92"/>
                  </a:cubicBezTo>
                  <a:cubicBezTo>
                    <a:pt x="137" y="96"/>
                    <a:pt x="137" y="96"/>
                    <a:pt x="137" y="96"/>
                  </a:cubicBezTo>
                  <a:cubicBezTo>
                    <a:pt x="131" y="115"/>
                    <a:pt x="120" y="124"/>
                    <a:pt x="112" y="129"/>
                  </a:cubicBezTo>
                  <a:cubicBezTo>
                    <a:pt x="100" y="136"/>
                    <a:pt x="86" y="138"/>
                    <a:pt x="71" y="138"/>
                  </a:cubicBezTo>
                  <a:cubicBezTo>
                    <a:pt x="52" y="138"/>
                    <a:pt x="34" y="135"/>
                    <a:pt x="19" y="120"/>
                  </a:cubicBezTo>
                  <a:cubicBezTo>
                    <a:pt x="8" y="108"/>
                    <a:pt x="0" y="91"/>
                    <a:pt x="0" y="70"/>
                  </a:cubicBezTo>
                  <a:cubicBezTo>
                    <a:pt x="0" y="51"/>
                    <a:pt x="6" y="32"/>
                    <a:pt x="20" y="18"/>
                  </a:cubicBezTo>
                  <a:cubicBezTo>
                    <a:pt x="35" y="3"/>
                    <a:pt x="55" y="0"/>
                    <a:pt x="69" y="0"/>
                  </a:cubicBezTo>
                  <a:cubicBezTo>
                    <a:pt x="84" y="0"/>
                    <a:pt x="105" y="2"/>
                    <a:pt x="121" y="19"/>
                  </a:cubicBezTo>
                  <a:cubicBezTo>
                    <a:pt x="136" y="36"/>
                    <a:pt x="139" y="56"/>
                    <a:pt x="139" y="72"/>
                  </a:cubicBezTo>
                  <a:lnTo>
                    <a:pt x="139" y="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nl-NL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nl-NL"/>
            </a:p>
          </p:txBody>
        </p:sp>
        <p:sp>
          <p:nvSpPr>
            <p:cNvPr id="71" name="Freeform 15"/>
            <p:cNvSpPr>
              <a:spLocks/>
            </p:cNvSpPr>
            <p:nvPr/>
          </p:nvSpPr>
          <p:spPr bwMode="auto">
            <a:xfrm>
              <a:off x="14270041" y="2822576"/>
              <a:ext cx="147638" cy="182563"/>
            </a:xfrm>
            <a:custGeom>
              <a:avLst/>
              <a:gdLst>
                <a:gd name="T0" fmla="*/ 93 w 93"/>
                <a:gd name="T1" fmla="*/ 0 h 115"/>
                <a:gd name="T2" fmla="*/ 93 w 93"/>
                <a:gd name="T3" fmla="*/ 14 h 115"/>
                <a:gd name="T4" fmla="*/ 55 w 93"/>
                <a:gd name="T5" fmla="*/ 14 h 115"/>
                <a:gd name="T6" fmla="*/ 55 w 93"/>
                <a:gd name="T7" fmla="*/ 115 h 115"/>
                <a:gd name="T8" fmla="*/ 39 w 93"/>
                <a:gd name="T9" fmla="*/ 115 h 115"/>
                <a:gd name="T10" fmla="*/ 39 w 93"/>
                <a:gd name="T11" fmla="*/ 14 h 115"/>
                <a:gd name="T12" fmla="*/ 0 w 93"/>
                <a:gd name="T13" fmla="*/ 14 h 115"/>
                <a:gd name="T14" fmla="*/ 0 w 93"/>
                <a:gd name="T15" fmla="*/ 0 h 115"/>
                <a:gd name="T16" fmla="*/ 93 w 93"/>
                <a:gd name="T17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3" h="115">
                  <a:moveTo>
                    <a:pt x="93" y="0"/>
                  </a:moveTo>
                  <a:lnTo>
                    <a:pt x="93" y="14"/>
                  </a:lnTo>
                  <a:lnTo>
                    <a:pt x="55" y="14"/>
                  </a:lnTo>
                  <a:lnTo>
                    <a:pt x="55" y="115"/>
                  </a:lnTo>
                  <a:lnTo>
                    <a:pt x="39" y="115"/>
                  </a:lnTo>
                  <a:lnTo>
                    <a:pt x="39" y="14"/>
                  </a:lnTo>
                  <a:lnTo>
                    <a:pt x="0" y="14"/>
                  </a:lnTo>
                  <a:lnTo>
                    <a:pt x="0" y="0"/>
                  </a:lnTo>
                  <a:lnTo>
                    <a:pt x="9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nl-NL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nl-NL"/>
            </a:p>
          </p:txBody>
        </p:sp>
        <p:sp>
          <p:nvSpPr>
            <p:cNvPr id="72" name="Freeform 16"/>
            <p:cNvSpPr>
              <a:spLocks noEditPoints="1"/>
            </p:cNvSpPr>
            <p:nvPr/>
          </p:nvSpPr>
          <p:spPr bwMode="auto">
            <a:xfrm>
              <a:off x="14404978" y="2867026"/>
              <a:ext cx="117475" cy="141288"/>
            </a:xfrm>
            <a:custGeom>
              <a:avLst/>
              <a:gdLst>
                <a:gd name="T0" fmla="*/ 28 w 37"/>
                <a:gd name="T1" fmla="*/ 2 h 44"/>
                <a:gd name="T2" fmla="*/ 34 w 37"/>
                <a:gd name="T3" fmla="*/ 8 h 44"/>
                <a:gd name="T4" fmla="*/ 37 w 37"/>
                <a:gd name="T5" fmla="*/ 15 h 44"/>
                <a:gd name="T6" fmla="*/ 37 w 37"/>
                <a:gd name="T7" fmla="*/ 24 h 44"/>
                <a:gd name="T8" fmla="*/ 7 w 37"/>
                <a:gd name="T9" fmla="*/ 24 h 44"/>
                <a:gd name="T10" fmla="*/ 10 w 37"/>
                <a:gd name="T11" fmla="*/ 34 h 44"/>
                <a:gd name="T12" fmla="*/ 19 w 37"/>
                <a:gd name="T13" fmla="*/ 38 h 44"/>
                <a:gd name="T14" fmla="*/ 27 w 37"/>
                <a:gd name="T15" fmla="*/ 35 h 44"/>
                <a:gd name="T16" fmla="*/ 30 w 37"/>
                <a:gd name="T17" fmla="*/ 30 h 44"/>
                <a:gd name="T18" fmla="*/ 37 w 37"/>
                <a:gd name="T19" fmla="*/ 30 h 44"/>
                <a:gd name="T20" fmla="*/ 35 w 37"/>
                <a:gd name="T21" fmla="*/ 35 h 44"/>
                <a:gd name="T22" fmla="*/ 32 w 37"/>
                <a:gd name="T23" fmla="*/ 39 h 44"/>
                <a:gd name="T24" fmla="*/ 24 w 37"/>
                <a:gd name="T25" fmla="*/ 44 h 44"/>
                <a:gd name="T26" fmla="*/ 18 w 37"/>
                <a:gd name="T27" fmla="*/ 44 h 44"/>
                <a:gd name="T28" fmla="*/ 5 w 37"/>
                <a:gd name="T29" fmla="*/ 39 h 44"/>
                <a:gd name="T30" fmla="*/ 0 w 37"/>
                <a:gd name="T31" fmla="*/ 23 h 44"/>
                <a:gd name="T32" fmla="*/ 5 w 37"/>
                <a:gd name="T33" fmla="*/ 7 h 44"/>
                <a:gd name="T34" fmla="*/ 19 w 37"/>
                <a:gd name="T35" fmla="*/ 0 h 44"/>
                <a:gd name="T36" fmla="*/ 28 w 37"/>
                <a:gd name="T37" fmla="*/ 2 h 44"/>
                <a:gd name="T38" fmla="*/ 30 w 37"/>
                <a:gd name="T39" fmla="*/ 19 h 44"/>
                <a:gd name="T40" fmla="*/ 28 w 37"/>
                <a:gd name="T41" fmla="*/ 11 h 44"/>
                <a:gd name="T42" fmla="*/ 19 w 37"/>
                <a:gd name="T43" fmla="*/ 6 h 44"/>
                <a:gd name="T44" fmla="*/ 11 w 37"/>
                <a:gd name="T45" fmla="*/ 10 h 44"/>
                <a:gd name="T46" fmla="*/ 7 w 37"/>
                <a:gd name="T47" fmla="*/ 19 h 44"/>
                <a:gd name="T48" fmla="*/ 30 w 37"/>
                <a:gd name="T49" fmla="*/ 19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7" h="44">
                  <a:moveTo>
                    <a:pt x="28" y="2"/>
                  </a:moveTo>
                  <a:cubicBezTo>
                    <a:pt x="31" y="4"/>
                    <a:pt x="33" y="6"/>
                    <a:pt x="34" y="8"/>
                  </a:cubicBezTo>
                  <a:cubicBezTo>
                    <a:pt x="35" y="10"/>
                    <a:pt x="36" y="12"/>
                    <a:pt x="37" y="15"/>
                  </a:cubicBezTo>
                  <a:cubicBezTo>
                    <a:pt x="37" y="17"/>
                    <a:pt x="37" y="20"/>
                    <a:pt x="37" y="24"/>
                  </a:cubicBezTo>
                  <a:cubicBezTo>
                    <a:pt x="7" y="24"/>
                    <a:pt x="7" y="24"/>
                    <a:pt x="7" y="24"/>
                  </a:cubicBezTo>
                  <a:cubicBezTo>
                    <a:pt x="7" y="29"/>
                    <a:pt x="8" y="32"/>
                    <a:pt x="10" y="34"/>
                  </a:cubicBezTo>
                  <a:cubicBezTo>
                    <a:pt x="12" y="37"/>
                    <a:pt x="15" y="38"/>
                    <a:pt x="19" y="38"/>
                  </a:cubicBezTo>
                  <a:cubicBezTo>
                    <a:pt x="22" y="38"/>
                    <a:pt x="25" y="37"/>
                    <a:pt x="27" y="35"/>
                  </a:cubicBezTo>
                  <a:cubicBezTo>
                    <a:pt x="29" y="33"/>
                    <a:pt x="30" y="32"/>
                    <a:pt x="30" y="30"/>
                  </a:cubicBezTo>
                  <a:cubicBezTo>
                    <a:pt x="37" y="30"/>
                    <a:pt x="37" y="30"/>
                    <a:pt x="37" y="30"/>
                  </a:cubicBezTo>
                  <a:cubicBezTo>
                    <a:pt x="37" y="31"/>
                    <a:pt x="36" y="33"/>
                    <a:pt x="35" y="35"/>
                  </a:cubicBezTo>
                  <a:cubicBezTo>
                    <a:pt x="34" y="37"/>
                    <a:pt x="33" y="38"/>
                    <a:pt x="32" y="39"/>
                  </a:cubicBezTo>
                  <a:cubicBezTo>
                    <a:pt x="30" y="42"/>
                    <a:pt x="27" y="43"/>
                    <a:pt x="24" y="44"/>
                  </a:cubicBezTo>
                  <a:cubicBezTo>
                    <a:pt x="22" y="44"/>
                    <a:pt x="20" y="44"/>
                    <a:pt x="18" y="44"/>
                  </a:cubicBezTo>
                  <a:cubicBezTo>
                    <a:pt x="13" y="44"/>
                    <a:pt x="9" y="42"/>
                    <a:pt x="5" y="39"/>
                  </a:cubicBezTo>
                  <a:cubicBezTo>
                    <a:pt x="2" y="35"/>
                    <a:pt x="0" y="30"/>
                    <a:pt x="0" y="23"/>
                  </a:cubicBezTo>
                  <a:cubicBezTo>
                    <a:pt x="0" y="16"/>
                    <a:pt x="2" y="11"/>
                    <a:pt x="5" y="7"/>
                  </a:cubicBezTo>
                  <a:cubicBezTo>
                    <a:pt x="9" y="2"/>
                    <a:pt x="13" y="0"/>
                    <a:pt x="19" y="0"/>
                  </a:cubicBezTo>
                  <a:cubicBezTo>
                    <a:pt x="22" y="0"/>
                    <a:pt x="25" y="1"/>
                    <a:pt x="28" y="2"/>
                  </a:cubicBezTo>
                  <a:moveTo>
                    <a:pt x="30" y="19"/>
                  </a:moveTo>
                  <a:cubicBezTo>
                    <a:pt x="30" y="16"/>
                    <a:pt x="29" y="13"/>
                    <a:pt x="28" y="11"/>
                  </a:cubicBezTo>
                  <a:cubicBezTo>
                    <a:pt x="26" y="8"/>
                    <a:pt x="23" y="6"/>
                    <a:pt x="19" y="6"/>
                  </a:cubicBezTo>
                  <a:cubicBezTo>
                    <a:pt x="16" y="6"/>
                    <a:pt x="13" y="8"/>
                    <a:pt x="11" y="10"/>
                  </a:cubicBezTo>
                  <a:cubicBezTo>
                    <a:pt x="9" y="12"/>
                    <a:pt x="8" y="15"/>
                    <a:pt x="7" y="19"/>
                  </a:cubicBezTo>
                  <a:lnTo>
                    <a:pt x="30" y="1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nl-NL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nl-NL"/>
            </a:p>
          </p:txBody>
        </p:sp>
        <p:sp>
          <p:nvSpPr>
            <p:cNvPr id="73" name="Freeform 17"/>
            <p:cNvSpPr>
              <a:spLocks/>
            </p:cNvSpPr>
            <p:nvPr/>
          </p:nvSpPr>
          <p:spPr bwMode="auto">
            <a:xfrm>
              <a:off x="14544678" y="2867026"/>
              <a:ext cx="114300" cy="141288"/>
            </a:xfrm>
            <a:custGeom>
              <a:avLst/>
              <a:gdLst>
                <a:gd name="T0" fmla="*/ 31 w 36"/>
                <a:gd name="T1" fmla="*/ 3 h 44"/>
                <a:gd name="T2" fmla="*/ 36 w 36"/>
                <a:gd name="T3" fmla="*/ 15 h 44"/>
                <a:gd name="T4" fmla="*/ 29 w 36"/>
                <a:gd name="T5" fmla="*/ 15 h 44"/>
                <a:gd name="T6" fmla="*/ 26 w 36"/>
                <a:gd name="T7" fmla="*/ 9 h 44"/>
                <a:gd name="T8" fmla="*/ 19 w 36"/>
                <a:gd name="T9" fmla="*/ 6 h 44"/>
                <a:gd name="T10" fmla="*/ 10 w 36"/>
                <a:gd name="T11" fmla="*/ 13 h 44"/>
                <a:gd name="T12" fmla="*/ 8 w 36"/>
                <a:gd name="T13" fmla="*/ 23 h 44"/>
                <a:gd name="T14" fmla="*/ 10 w 36"/>
                <a:gd name="T15" fmla="*/ 34 h 44"/>
                <a:gd name="T16" fmla="*/ 19 w 36"/>
                <a:gd name="T17" fmla="*/ 38 h 44"/>
                <a:gd name="T18" fmla="*/ 26 w 36"/>
                <a:gd name="T19" fmla="*/ 35 h 44"/>
                <a:gd name="T20" fmla="*/ 29 w 36"/>
                <a:gd name="T21" fmla="*/ 28 h 44"/>
                <a:gd name="T22" fmla="*/ 36 w 36"/>
                <a:gd name="T23" fmla="*/ 28 h 44"/>
                <a:gd name="T24" fmla="*/ 30 w 36"/>
                <a:gd name="T25" fmla="*/ 40 h 44"/>
                <a:gd name="T26" fmla="*/ 18 w 36"/>
                <a:gd name="T27" fmla="*/ 44 h 44"/>
                <a:gd name="T28" fmla="*/ 5 w 36"/>
                <a:gd name="T29" fmla="*/ 38 h 44"/>
                <a:gd name="T30" fmla="*/ 0 w 36"/>
                <a:gd name="T31" fmla="*/ 23 h 44"/>
                <a:gd name="T32" fmla="*/ 6 w 36"/>
                <a:gd name="T33" fmla="*/ 6 h 44"/>
                <a:gd name="T34" fmla="*/ 19 w 36"/>
                <a:gd name="T35" fmla="*/ 0 h 44"/>
                <a:gd name="T36" fmla="*/ 31 w 36"/>
                <a:gd name="T37" fmla="*/ 3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6" h="44">
                  <a:moveTo>
                    <a:pt x="31" y="3"/>
                  </a:moveTo>
                  <a:cubicBezTo>
                    <a:pt x="34" y="6"/>
                    <a:pt x="35" y="10"/>
                    <a:pt x="36" y="15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3"/>
                    <a:pt x="28" y="11"/>
                    <a:pt x="26" y="9"/>
                  </a:cubicBezTo>
                  <a:cubicBezTo>
                    <a:pt x="25" y="7"/>
                    <a:pt x="22" y="6"/>
                    <a:pt x="19" y="6"/>
                  </a:cubicBezTo>
                  <a:cubicBezTo>
                    <a:pt x="15" y="6"/>
                    <a:pt x="12" y="8"/>
                    <a:pt x="10" y="13"/>
                  </a:cubicBezTo>
                  <a:cubicBezTo>
                    <a:pt x="8" y="16"/>
                    <a:pt x="8" y="19"/>
                    <a:pt x="8" y="23"/>
                  </a:cubicBezTo>
                  <a:cubicBezTo>
                    <a:pt x="8" y="27"/>
                    <a:pt x="9" y="31"/>
                    <a:pt x="10" y="34"/>
                  </a:cubicBezTo>
                  <a:cubicBezTo>
                    <a:pt x="12" y="37"/>
                    <a:pt x="15" y="38"/>
                    <a:pt x="19" y="38"/>
                  </a:cubicBezTo>
                  <a:cubicBezTo>
                    <a:pt x="22" y="38"/>
                    <a:pt x="24" y="37"/>
                    <a:pt x="26" y="35"/>
                  </a:cubicBezTo>
                  <a:cubicBezTo>
                    <a:pt x="27" y="34"/>
                    <a:pt x="28" y="31"/>
                    <a:pt x="29" y="28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5" y="34"/>
                    <a:pt x="33" y="38"/>
                    <a:pt x="30" y="40"/>
                  </a:cubicBezTo>
                  <a:cubicBezTo>
                    <a:pt x="27" y="43"/>
                    <a:pt x="23" y="44"/>
                    <a:pt x="18" y="44"/>
                  </a:cubicBezTo>
                  <a:cubicBezTo>
                    <a:pt x="13" y="44"/>
                    <a:pt x="8" y="42"/>
                    <a:pt x="5" y="38"/>
                  </a:cubicBezTo>
                  <a:cubicBezTo>
                    <a:pt x="2" y="34"/>
                    <a:pt x="0" y="29"/>
                    <a:pt x="0" y="23"/>
                  </a:cubicBezTo>
                  <a:cubicBezTo>
                    <a:pt x="0" y="16"/>
                    <a:pt x="2" y="10"/>
                    <a:pt x="6" y="6"/>
                  </a:cubicBezTo>
                  <a:cubicBezTo>
                    <a:pt x="9" y="2"/>
                    <a:pt x="14" y="0"/>
                    <a:pt x="19" y="0"/>
                  </a:cubicBezTo>
                  <a:cubicBezTo>
                    <a:pt x="24" y="0"/>
                    <a:pt x="28" y="1"/>
                    <a:pt x="31" y="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nl-NL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nl-NL"/>
            </a:p>
          </p:txBody>
        </p:sp>
        <p:sp>
          <p:nvSpPr>
            <p:cNvPr id="74" name="Freeform 18"/>
            <p:cNvSpPr>
              <a:spLocks/>
            </p:cNvSpPr>
            <p:nvPr/>
          </p:nvSpPr>
          <p:spPr bwMode="auto">
            <a:xfrm>
              <a:off x="14684379" y="2822576"/>
              <a:ext cx="107950" cy="182563"/>
            </a:xfrm>
            <a:custGeom>
              <a:avLst/>
              <a:gdLst>
                <a:gd name="T0" fmla="*/ 0 w 34"/>
                <a:gd name="T1" fmla="*/ 0 h 57"/>
                <a:gd name="T2" fmla="*/ 7 w 34"/>
                <a:gd name="T3" fmla="*/ 0 h 57"/>
                <a:gd name="T4" fmla="*/ 7 w 34"/>
                <a:gd name="T5" fmla="*/ 21 h 57"/>
                <a:gd name="T6" fmla="*/ 11 w 34"/>
                <a:gd name="T7" fmla="*/ 16 h 57"/>
                <a:gd name="T8" fmla="*/ 20 w 34"/>
                <a:gd name="T9" fmla="*/ 14 h 57"/>
                <a:gd name="T10" fmla="*/ 32 w 34"/>
                <a:gd name="T11" fmla="*/ 21 h 57"/>
                <a:gd name="T12" fmla="*/ 34 w 34"/>
                <a:gd name="T13" fmla="*/ 30 h 57"/>
                <a:gd name="T14" fmla="*/ 34 w 34"/>
                <a:gd name="T15" fmla="*/ 57 h 57"/>
                <a:gd name="T16" fmla="*/ 26 w 34"/>
                <a:gd name="T17" fmla="*/ 57 h 57"/>
                <a:gd name="T18" fmla="*/ 26 w 34"/>
                <a:gd name="T19" fmla="*/ 31 h 57"/>
                <a:gd name="T20" fmla="*/ 25 w 34"/>
                <a:gd name="T21" fmla="*/ 24 h 57"/>
                <a:gd name="T22" fmla="*/ 18 w 34"/>
                <a:gd name="T23" fmla="*/ 21 h 57"/>
                <a:gd name="T24" fmla="*/ 10 w 34"/>
                <a:gd name="T25" fmla="*/ 23 h 57"/>
                <a:gd name="T26" fmla="*/ 7 w 34"/>
                <a:gd name="T27" fmla="*/ 35 h 57"/>
                <a:gd name="T28" fmla="*/ 7 w 34"/>
                <a:gd name="T29" fmla="*/ 57 h 57"/>
                <a:gd name="T30" fmla="*/ 0 w 34"/>
                <a:gd name="T31" fmla="*/ 57 h 57"/>
                <a:gd name="T32" fmla="*/ 0 w 34"/>
                <a:gd name="T33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4" h="57">
                  <a:moveTo>
                    <a:pt x="0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8" y="19"/>
                    <a:pt x="10" y="17"/>
                    <a:pt x="11" y="16"/>
                  </a:cubicBezTo>
                  <a:cubicBezTo>
                    <a:pt x="13" y="15"/>
                    <a:pt x="16" y="14"/>
                    <a:pt x="20" y="14"/>
                  </a:cubicBezTo>
                  <a:cubicBezTo>
                    <a:pt x="26" y="14"/>
                    <a:pt x="30" y="16"/>
                    <a:pt x="32" y="21"/>
                  </a:cubicBezTo>
                  <a:cubicBezTo>
                    <a:pt x="33" y="23"/>
                    <a:pt x="34" y="26"/>
                    <a:pt x="34" y="30"/>
                  </a:cubicBezTo>
                  <a:cubicBezTo>
                    <a:pt x="34" y="57"/>
                    <a:pt x="34" y="57"/>
                    <a:pt x="34" y="57"/>
                  </a:cubicBezTo>
                  <a:cubicBezTo>
                    <a:pt x="26" y="57"/>
                    <a:pt x="26" y="57"/>
                    <a:pt x="26" y="57"/>
                  </a:cubicBezTo>
                  <a:cubicBezTo>
                    <a:pt x="26" y="31"/>
                    <a:pt x="26" y="31"/>
                    <a:pt x="26" y="31"/>
                  </a:cubicBezTo>
                  <a:cubicBezTo>
                    <a:pt x="26" y="28"/>
                    <a:pt x="26" y="25"/>
                    <a:pt x="25" y="24"/>
                  </a:cubicBezTo>
                  <a:cubicBezTo>
                    <a:pt x="24" y="22"/>
                    <a:pt x="22" y="21"/>
                    <a:pt x="18" y="21"/>
                  </a:cubicBezTo>
                  <a:cubicBezTo>
                    <a:pt x="15" y="21"/>
                    <a:pt x="13" y="22"/>
                    <a:pt x="10" y="23"/>
                  </a:cubicBezTo>
                  <a:cubicBezTo>
                    <a:pt x="8" y="25"/>
                    <a:pt x="7" y="29"/>
                    <a:pt x="7" y="35"/>
                  </a:cubicBezTo>
                  <a:cubicBezTo>
                    <a:pt x="7" y="57"/>
                    <a:pt x="7" y="57"/>
                    <a:pt x="7" y="57"/>
                  </a:cubicBezTo>
                  <a:cubicBezTo>
                    <a:pt x="0" y="57"/>
                    <a:pt x="0" y="57"/>
                    <a:pt x="0" y="57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nl-NL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nl-NL"/>
            </a:p>
          </p:txBody>
        </p:sp>
        <p:sp>
          <p:nvSpPr>
            <p:cNvPr id="75" name="Freeform 19"/>
            <p:cNvSpPr>
              <a:spLocks/>
            </p:cNvSpPr>
            <p:nvPr/>
          </p:nvSpPr>
          <p:spPr bwMode="auto">
            <a:xfrm>
              <a:off x="14827254" y="2867026"/>
              <a:ext cx="107950" cy="138113"/>
            </a:xfrm>
            <a:custGeom>
              <a:avLst/>
              <a:gdLst>
                <a:gd name="T0" fmla="*/ 0 w 34"/>
                <a:gd name="T1" fmla="*/ 1 h 43"/>
                <a:gd name="T2" fmla="*/ 6 w 34"/>
                <a:gd name="T3" fmla="*/ 1 h 43"/>
                <a:gd name="T4" fmla="*/ 6 w 34"/>
                <a:gd name="T5" fmla="*/ 7 h 43"/>
                <a:gd name="T6" fmla="*/ 13 w 34"/>
                <a:gd name="T7" fmla="*/ 2 h 43"/>
                <a:gd name="T8" fmla="*/ 20 w 34"/>
                <a:gd name="T9" fmla="*/ 0 h 43"/>
                <a:gd name="T10" fmla="*/ 32 w 34"/>
                <a:gd name="T11" fmla="*/ 7 h 43"/>
                <a:gd name="T12" fmla="*/ 34 w 34"/>
                <a:gd name="T13" fmla="*/ 16 h 43"/>
                <a:gd name="T14" fmla="*/ 34 w 34"/>
                <a:gd name="T15" fmla="*/ 43 h 43"/>
                <a:gd name="T16" fmla="*/ 26 w 34"/>
                <a:gd name="T17" fmla="*/ 43 h 43"/>
                <a:gd name="T18" fmla="*/ 26 w 34"/>
                <a:gd name="T19" fmla="*/ 17 h 43"/>
                <a:gd name="T20" fmla="*/ 25 w 34"/>
                <a:gd name="T21" fmla="*/ 11 h 43"/>
                <a:gd name="T22" fmla="*/ 19 w 34"/>
                <a:gd name="T23" fmla="*/ 7 h 43"/>
                <a:gd name="T24" fmla="*/ 14 w 34"/>
                <a:gd name="T25" fmla="*/ 7 h 43"/>
                <a:gd name="T26" fmla="*/ 9 w 34"/>
                <a:gd name="T27" fmla="*/ 11 h 43"/>
                <a:gd name="T28" fmla="*/ 7 w 34"/>
                <a:gd name="T29" fmla="*/ 15 h 43"/>
                <a:gd name="T30" fmla="*/ 7 w 34"/>
                <a:gd name="T31" fmla="*/ 21 h 43"/>
                <a:gd name="T32" fmla="*/ 7 w 34"/>
                <a:gd name="T33" fmla="*/ 43 h 43"/>
                <a:gd name="T34" fmla="*/ 0 w 34"/>
                <a:gd name="T35" fmla="*/ 43 h 43"/>
                <a:gd name="T36" fmla="*/ 0 w 34"/>
                <a:gd name="T37" fmla="*/ 1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4" h="43">
                  <a:moveTo>
                    <a:pt x="0" y="1"/>
                  </a:moveTo>
                  <a:cubicBezTo>
                    <a:pt x="6" y="1"/>
                    <a:pt x="6" y="1"/>
                    <a:pt x="6" y="1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8" y="5"/>
                    <a:pt x="10" y="3"/>
                    <a:pt x="13" y="2"/>
                  </a:cubicBezTo>
                  <a:cubicBezTo>
                    <a:pt x="15" y="1"/>
                    <a:pt x="17" y="0"/>
                    <a:pt x="20" y="0"/>
                  </a:cubicBezTo>
                  <a:cubicBezTo>
                    <a:pt x="26" y="0"/>
                    <a:pt x="30" y="2"/>
                    <a:pt x="32" y="7"/>
                  </a:cubicBezTo>
                  <a:cubicBezTo>
                    <a:pt x="33" y="9"/>
                    <a:pt x="34" y="12"/>
                    <a:pt x="34" y="16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6" y="14"/>
                    <a:pt x="26" y="12"/>
                    <a:pt x="25" y="11"/>
                  </a:cubicBezTo>
                  <a:cubicBezTo>
                    <a:pt x="24" y="8"/>
                    <a:pt x="22" y="7"/>
                    <a:pt x="19" y="7"/>
                  </a:cubicBezTo>
                  <a:cubicBezTo>
                    <a:pt x="17" y="7"/>
                    <a:pt x="16" y="7"/>
                    <a:pt x="14" y="7"/>
                  </a:cubicBezTo>
                  <a:cubicBezTo>
                    <a:pt x="13" y="8"/>
                    <a:pt x="11" y="9"/>
                    <a:pt x="9" y="11"/>
                  </a:cubicBezTo>
                  <a:cubicBezTo>
                    <a:pt x="8" y="12"/>
                    <a:pt x="8" y="13"/>
                    <a:pt x="7" y="15"/>
                  </a:cubicBezTo>
                  <a:cubicBezTo>
                    <a:pt x="7" y="16"/>
                    <a:pt x="7" y="18"/>
                    <a:pt x="7" y="21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0" y="43"/>
                    <a:pt x="0" y="43"/>
                    <a:pt x="0" y="43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nl-NL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nl-NL"/>
            </a:p>
          </p:txBody>
        </p:sp>
        <p:sp>
          <p:nvSpPr>
            <p:cNvPr id="76" name="Freeform 20"/>
            <p:cNvSpPr>
              <a:spLocks noEditPoints="1"/>
            </p:cNvSpPr>
            <p:nvPr/>
          </p:nvSpPr>
          <p:spPr bwMode="auto">
            <a:xfrm>
              <a:off x="14960604" y="2867026"/>
              <a:ext cx="122238" cy="141288"/>
            </a:xfrm>
            <a:custGeom>
              <a:avLst/>
              <a:gdLst>
                <a:gd name="T0" fmla="*/ 33 w 38"/>
                <a:gd name="T1" fmla="*/ 5 h 44"/>
                <a:gd name="T2" fmla="*/ 38 w 38"/>
                <a:gd name="T3" fmla="*/ 21 h 44"/>
                <a:gd name="T4" fmla="*/ 33 w 38"/>
                <a:gd name="T5" fmla="*/ 38 h 44"/>
                <a:gd name="T6" fmla="*/ 18 w 38"/>
                <a:gd name="T7" fmla="*/ 44 h 44"/>
                <a:gd name="T8" fmla="*/ 5 w 38"/>
                <a:gd name="T9" fmla="*/ 39 h 44"/>
                <a:gd name="T10" fmla="*/ 0 w 38"/>
                <a:gd name="T11" fmla="*/ 23 h 44"/>
                <a:gd name="T12" fmla="*/ 5 w 38"/>
                <a:gd name="T13" fmla="*/ 6 h 44"/>
                <a:gd name="T14" fmla="*/ 19 w 38"/>
                <a:gd name="T15" fmla="*/ 0 h 44"/>
                <a:gd name="T16" fmla="*/ 33 w 38"/>
                <a:gd name="T17" fmla="*/ 5 h 44"/>
                <a:gd name="T18" fmla="*/ 28 w 38"/>
                <a:gd name="T19" fmla="*/ 33 h 44"/>
                <a:gd name="T20" fmla="*/ 31 w 38"/>
                <a:gd name="T21" fmla="*/ 21 h 44"/>
                <a:gd name="T22" fmla="*/ 29 w 38"/>
                <a:gd name="T23" fmla="*/ 12 h 44"/>
                <a:gd name="T24" fmla="*/ 19 w 38"/>
                <a:gd name="T25" fmla="*/ 6 h 44"/>
                <a:gd name="T26" fmla="*/ 10 w 38"/>
                <a:gd name="T27" fmla="*/ 11 h 44"/>
                <a:gd name="T28" fmla="*/ 7 w 38"/>
                <a:gd name="T29" fmla="*/ 23 h 44"/>
                <a:gd name="T30" fmla="*/ 10 w 38"/>
                <a:gd name="T31" fmla="*/ 34 h 44"/>
                <a:gd name="T32" fmla="*/ 19 w 38"/>
                <a:gd name="T33" fmla="*/ 38 h 44"/>
                <a:gd name="T34" fmla="*/ 28 w 38"/>
                <a:gd name="T35" fmla="*/ 33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8" h="44">
                  <a:moveTo>
                    <a:pt x="33" y="5"/>
                  </a:moveTo>
                  <a:cubicBezTo>
                    <a:pt x="36" y="9"/>
                    <a:pt x="38" y="14"/>
                    <a:pt x="38" y="21"/>
                  </a:cubicBezTo>
                  <a:cubicBezTo>
                    <a:pt x="38" y="28"/>
                    <a:pt x="37" y="33"/>
                    <a:pt x="33" y="38"/>
                  </a:cubicBezTo>
                  <a:cubicBezTo>
                    <a:pt x="30" y="42"/>
                    <a:pt x="25" y="44"/>
                    <a:pt x="18" y="44"/>
                  </a:cubicBezTo>
                  <a:cubicBezTo>
                    <a:pt x="13" y="44"/>
                    <a:pt x="8" y="42"/>
                    <a:pt x="5" y="39"/>
                  </a:cubicBezTo>
                  <a:cubicBezTo>
                    <a:pt x="2" y="35"/>
                    <a:pt x="0" y="29"/>
                    <a:pt x="0" y="23"/>
                  </a:cubicBezTo>
                  <a:cubicBezTo>
                    <a:pt x="0" y="16"/>
                    <a:pt x="2" y="10"/>
                    <a:pt x="5" y="6"/>
                  </a:cubicBezTo>
                  <a:cubicBezTo>
                    <a:pt x="9" y="2"/>
                    <a:pt x="13" y="0"/>
                    <a:pt x="19" y="0"/>
                  </a:cubicBezTo>
                  <a:cubicBezTo>
                    <a:pt x="25" y="0"/>
                    <a:pt x="29" y="2"/>
                    <a:pt x="33" y="5"/>
                  </a:cubicBezTo>
                  <a:moveTo>
                    <a:pt x="28" y="33"/>
                  </a:moveTo>
                  <a:cubicBezTo>
                    <a:pt x="30" y="30"/>
                    <a:pt x="31" y="26"/>
                    <a:pt x="31" y="21"/>
                  </a:cubicBezTo>
                  <a:cubicBezTo>
                    <a:pt x="31" y="17"/>
                    <a:pt x="30" y="14"/>
                    <a:pt x="29" y="12"/>
                  </a:cubicBezTo>
                  <a:cubicBezTo>
                    <a:pt x="27" y="8"/>
                    <a:pt x="24" y="6"/>
                    <a:pt x="19" y="6"/>
                  </a:cubicBezTo>
                  <a:cubicBezTo>
                    <a:pt x="15" y="6"/>
                    <a:pt x="12" y="8"/>
                    <a:pt x="10" y="11"/>
                  </a:cubicBezTo>
                  <a:cubicBezTo>
                    <a:pt x="8" y="14"/>
                    <a:pt x="7" y="18"/>
                    <a:pt x="7" y="23"/>
                  </a:cubicBezTo>
                  <a:cubicBezTo>
                    <a:pt x="7" y="27"/>
                    <a:pt x="8" y="31"/>
                    <a:pt x="10" y="34"/>
                  </a:cubicBezTo>
                  <a:cubicBezTo>
                    <a:pt x="12" y="37"/>
                    <a:pt x="15" y="38"/>
                    <a:pt x="19" y="38"/>
                  </a:cubicBezTo>
                  <a:cubicBezTo>
                    <a:pt x="24" y="38"/>
                    <a:pt x="27" y="37"/>
                    <a:pt x="28" y="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nl-NL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nl-NL"/>
            </a:p>
          </p:txBody>
        </p:sp>
        <p:sp>
          <p:nvSpPr>
            <p:cNvPr id="77" name="Rectangle 76"/>
            <p:cNvSpPr>
              <a:spLocks noChangeArrowheads="1"/>
            </p:cNvSpPr>
            <p:nvPr/>
          </p:nvSpPr>
          <p:spPr bwMode="auto">
            <a:xfrm>
              <a:off x="15114591" y="2822576"/>
              <a:ext cx="22225" cy="1825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nl-NL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nl-NL"/>
            </a:p>
          </p:txBody>
        </p:sp>
        <p:sp>
          <p:nvSpPr>
            <p:cNvPr id="78" name="Freeform 22"/>
            <p:cNvSpPr>
              <a:spLocks noEditPoints="1"/>
            </p:cNvSpPr>
            <p:nvPr/>
          </p:nvSpPr>
          <p:spPr bwMode="auto">
            <a:xfrm>
              <a:off x="15162216" y="2867026"/>
              <a:ext cx="123825" cy="141288"/>
            </a:xfrm>
            <a:custGeom>
              <a:avLst/>
              <a:gdLst>
                <a:gd name="T0" fmla="*/ 33 w 39"/>
                <a:gd name="T1" fmla="*/ 5 h 44"/>
                <a:gd name="T2" fmla="*/ 39 w 39"/>
                <a:gd name="T3" fmla="*/ 21 h 44"/>
                <a:gd name="T4" fmla="*/ 34 w 39"/>
                <a:gd name="T5" fmla="*/ 38 h 44"/>
                <a:gd name="T6" fmla="*/ 19 w 39"/>
                <a:gd name="T7" fmla="*/ 44 h 44"/>
                <a:gd name="T8" fmla="*/ 5 w 39"/>
                <a:gd name="T9" fmla="*/ 39 h 44"/>
                <a:gd name="T10" fmla="*/ 0 w 39"/>
                <a:gd name="T11" fmla="*/ 23 h 44"/>
                <a:gd name="T12" fmla="*/ 6 w 39"/>
                <a:gd name="T13" fmla="*/ 6 h 44"/>
                <a:gd name="T14" fmla="*/ 20 w 39"/>
                <a:gd name="T15" fmla="*/ 0 h 44"/>
                <a:gd name="T16" fmla="*/ 33 w 39"/>
                <a:gd name="T17" fmla="*/ 5 h 44"/>
                <a:gd name="T18" fmla="*/ 29 w 39"/>
                <a:gd name="T19" fmla="*/ 33 h 44"/>
                <a:gd name="T20" fmla="*/ 31 w 39"/>
                <a:gd name="T21" fmla="*/ 21 h 44"/>
                <a:gd name="T22" fmla="*/ 30 w 39"/>
                <a:gd name="T23" fmla="*/ 12 h 44"/>
                <a:gd name="T24" fmla="*/ 20 w 39"/>
                <a:gd name="T25" fmla="*/ 6 h 44"/>
                <a:gd name="T26" fmla="*/ 10 w 39"/>
                <a:gd name="T27" fmla="*/ 11 h 44"/>
                <a:gd name="T28" fmla="*/ 7 w 39"/>
                <a:gd name="T29" fmla="*/ 23 h 44"/>
                <a:gd name="T30" fmla="*/ 10 w 39"/>
                <a:gd name="T31" fmla="*/ 34 h 44"/>
                <a:gd name="T32" fmla="*/ 20 w 39"/>
                <a:gd name="T33" fmla="*/ 38 h 44"/>
                <a:gd name="T34" fmla="*/ 29 w 39"/>
                <a:gd name="T35" fmla="*/ 33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9" h="44">
                  <a:moveTo>
                    <a:pt x="33" y="5"/>
                  </a:moveTo>
                  <a:cubicBezTo>
                    <a:pt x="37" y="9"/>
                    <a:pt x="39" y="14"/>
                    <a:pt x="39" y="21"/>
                  </a:cubicBezTo>
                  <a:cubicBezTo>
                    <a:pt x="39" y="28"/>
                    <a:pt x="37" y="33"/>
                    <a:pt x="34" y="38"/>
                  </a:cubicBezTo>
                  <a:cubicBezTo>
                    <a:pt x="31" y="42"/>
                    <a:pt x="26" y="44"/>
                    <a:pt x="19" y="44"/>
                  </a:cubicBezTo>
                  <a:cubicBezTo>
                    <a:pt x="13" y="44"/>
                    <a:pt x="9" y="42"/>
                    <a:pt x="5" y="39"/>
                  </a:cubicBezTo>
                  <a:cubicBezTo>
                    <a:pt x="2" y="35"/>
                    <a:pt x="0" y="29"/>
                    <a:pt x="0" y="23"/>
                  </a:cubicBezTo>
                  <a:cubicBezTo>
                    <a:pt x="0" y="16"/>
                    <a:pt x="2" y="10"/>
                    <a:pt x="6" y="6"/>
                  </a:cubicBezTo>
                  <a:cubicBezTo>
                    <a:pt x="9" y="2"/>
                    <a:pt x="14" y="0"/>
                    <a:pt x="20" y="0"/>
                  </a:cubicBezTo>
                  <a:cubicBezTo>
                    <a:pt x="25" y="0"/>
                    <a:pt x="30" y="2"/>
                    <a:pt x="33" y="5"/>
                  </a:cubicBezTo>
                  <a:moveTo>
                    <a:pt x="29" y="33"/>
                  </a:moveTo>
                  <a:cubicBezTo>
                    <a:pt x="31" y="30"/>
                    <a:pt x="31" y="26"/>
                    <a:pt x="31" y="21"/>
                  </a:cubicBezTo>
                  <a:cubicBezTo>
                    <a:pt x="31" y="17"/>
                    <a:pt x="31" y="14"/>
                    <a:pt x="30" y="12"/>
                  </a:cubicBezTo>
                  <a:cubicBezTo>
                    <a:pt x="28" y="8"/>
                    <a:pt x="24" y="6"/>
                    <a:pt x="20" y="6"/>
                  </a:cubicBezTo>
                  <a:cubicBezTo>
                    <a:pt x="15" y="6"/>
                    <a:pt x="12" y="8"/>
                    <a:pt x="10" y="11"/>
                  </a:cubicBezTo>
                  <a:cubicBezTo>
                    <a:pt x="8" y="14"/>
                    <a:pt x="7" y="18"/>
                    <a:pt x="7" y="23"/>
                  </a:cubicBezTo>
                  <a:cubicBezTo>
                    <a:pt x="7" y="27"/>
                    <a:pt x="8" y="31"/>
                    <a:pt x="10" y="34"/>
                  </a:cubicBezTo>
                  <a:cubicBezTo>
                    <a:pt x="12" y="37"/>
                    <a:pt x="15" y="38"/>
                    <a:pt x="20" y="38"/>
                  </a:cubicBezTo>
                  <a:cubicBezTo>
                    <a:pt x="24" y="38"/>
                    <a:pt x="27" y="37"/>
                    <a:pt x="29" y="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nl-NL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nl-NL"/>
            </a:p>
          </p:txBody>
        </p:sp>
        <p:sp>
          <p:nvSpPr>
            <p:cNvPr id="79" name="Freeform 23"/>
            <p:cNvSpPr>
              <a:spLocks noEditPoints="1"/>
            </p:cNvSpPr>
            <p:nvPr/>
          </p:nvSpPr>
          <p:spPr bwMode="auto">
            <a:xfrm>
              <a:off x="15305091" y="2870201"/>
              <a:ext cx="117475" cy="188913"/>
            </a:xfrm>
            <a:custGeom>
              <a:avLst/>
              <a:gdLst>
                <a:gd name="T0" fmla="*/ 26 w 37"/>
                <a:gd name="T1" fmla="*/ 2 h 59"/>
                <a:gd name="T2" fmla="*/ 30 w 37"/>
                <a:gd name="T3" fmla="*/ 6 h 59"/>
                <a:gd name="T4" fmla="*/ 30 w 37"/>
                <a:gd name="T5" fmla="*/ 1 h 59"/>
                <a:gd name="T6" fmla="*/ 37 w 37"/>
                <a:gd name="T7" fmla="*/ 1 h 59"/>
                <a:gd name="T8" fmla="*/ 37 w 37"/>
                <a:gd name="T9" fmla="*/ 38 h 59"/>
                <a:gd name="T10" fmla="*/ 34 w 37"/>
                <a:gd name="T11" fmla="*/ 51 h 59"/>
                <a:gd name="T12" fmla="*/ 18 w 37"/>
                <a:gd name="T13" fmla="*/ 59 h 59"/>
                <a:gd name="T14" fmla="*/ 7 w 37"/>
                <a:gd name="T15" fmla="*/ 56 h 59"/>
                <a:gd name="T16" fmla="*/ 2 w 37"/>
                <a:gd name="T17" fmla="*/ 47 h 59"/>
                <a:gd name="T18" fmla="*/ 9 w 37"/>
                <a:gd name="T19" fmla="*/ 47 h 59"/>
                <a:gd name="T20" fmla="*/ 11 w 37"/>
                <a:gd name="T21" fmla="*/ 51 h 59"/>
                <a:gd name="T22" fmla="*/ 18 w 37"/>
                <a:gd name="T23" fmla="*/ 54 h 59"/>
                <a:gd name="T24" fmla="*/ 29 w 37"/>
                <a:gd name="T25" fmla="*/ 48 h 59"/>
                <a:gd name="T26" fmla="*/ 30 w 37"/>
                <a:gd name="T27" fmla="*/ 36 h 59"/>
                <a:gd name="T28" fmla="*/ 25 w 37"/>
                <a:gd name="T29" fmla="*/ 41 h 59"/>
                <a:gd name="T30" fmla="*/ 17 w 37"/>
                <a:gd name="T31" fmla="*/ 42 h 59"/>
                <a:gd name="T32" fmla="*/ 5 w 37"/>
                <a:gd name="T33" fmla="*/ 38 h 59"/>
                <a:gd name="T34" fmla="*/ 0 w 37"/>
                <a:gd name="T35" fmla="*/ 22 h 59"/>
                <a:gd name="T36" fmla="*/ 5 w 37"/>
                <a:gd name="T37" fmla="*/ 5 h 59"/>
                <a:gd name="T38" fmla="*/ 18 w 37"/>
                <a:gd name="T39" fmla="*/ 0 h 59"/>
                <a:gd name="T40" fmla="*/ 26 w 37"/>
                <a:gd name="T41" fmla="*/ 2 h 59"/>
                <a:gd name="T42" fmla="*/ 27 w 37"/>
                <a:gd name="T43" fmla="*/ 9 h 59"/>
                <a:gd name="T44" fmla="*/ 19 w 37"/>
                <a:gd name="T45" fmla="*/ 6 h 59"/>
                <a:gd name="T46" fmla="*/ 9 w 37"/>
                <a:gd name="T47" fmla="*/ 13 h 59"/>
                <a:gd name="T48" fmla="*/ 8 w 37"/>
                <a:gd name="T49" fmla="*/ 22 h 59"/>
                <a:gd name="T50" fmla="*/ 10 w 37"/>
                <a:gd name="T51" fmla="*/ 33 h 59"/>
                <a:gd name="T52" fmla="*/ 18 w 37"/>
                <a:gd name="T53" fmla="*/ 37 h 59"/>
                <a:gd name="T54" fmla="*/ 29 w 37"/>
                <a:gd name="T55" fmla="*/ 30 h 59"/>
                <a:gd name="T56" fmla="*/ 30 w 37"/>
                <a:gd name="T57" fmla="*/ 21 h 59"/>
                <a:gd name="T58" fmla="*/ 27 w 37"/>
                <a:gd name="T59" fmla="*/ 9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7" h="59">
                  <a:moveTo>
                    <a:pt x="26" y="2"/>
                  </a:moveTo>
                  <a:cubicBezTo>
                    <a:pt x="28" y="3"/>
                    <a:pt x="29" y="4"/>
                    <a:pt x="30" y="6"/>
                  </a:cubicBezTo>
                  <a:cubicBezTo>
                    <a:pt x="30" y="1"/>
                    <a:pt x="30" y="1"/>
                    <a:pt x="30" y="1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37" y="44"/>
                    <a:pt x="36" y="48"/>
                    <a:pt x="34" y="51"/>
                  </a:cubicBezTo>
                  <a:cubicBezTo>
                    <a:pt x="32" y="57"/>
                    <a:pt x="26" y="59"/>
                    <a:pt x="18" y="59"/>
                  </a:cubicBezTo>
                  <a:cubicBezTo>
                    <a:pt x="14" y="59"/>
                    <a:pt x="10" y="58"/>
                    <a:pt x="7" y="56"/>
                  </a:cubicBezTo>
                  <a:cubicBezTo>
                    <a:pt x="4" y="54"/>
                    <a:pt x="2" y="51"/>
                    <a:pt x="2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9"/>
                    <a:pt x="10" y="50"/>
                    <a:pt x="11" y="51"/>
                  </a:cubicBezTo>
                  <a:cubicBezTo>
                    <a:pt x="12" y="53"/>
                    <a:pt x="15" y="54"/>
                    <a:pt x="18" y="54"/>
                  </a:cubicBezTo>
                  <a:cubicBezTo>
                    <a:pt x="24" y="54"/>
                    <a:pt x="27" y="52"/>
                    <a:pt x="29" y="48"/>
                  </a:cubicBezTo>
                  <a:cubicBezTo>
                    <a:pt x="30" y="46"/>
                    <a:pt x="30" y="42"/>
                    <a:pt x="30" y="36"/>
                  </a:cubicBezTo>
                  <a:cubicBezTo>
                    <a:pt x="29" y="38"/>
                    <a:pt x="27" y="40"/>
                    <a:pt x="25" y="41"/>
                  </a:cubicBezTo>
                  <a:cubicBezTo>
                    <a:pt x="23" y="42"/>
                    <a:pt x="20" y="42"/>
                    <a:pt x="17" y="42"/>
                  </a:cubicBezTo>
                  <a:cubicBezTo>
                    <a:pt x="13" y="42"/>
                    <a:pt x="9" y="41"/>
                    <a:pt x="5" y="38"/>
                  </a:cubicBezTo>
                  <a:cubicBezTo>
                    <a:pt x="2" y="34"/>
                    <a:pt x="0" y="29"/>
                    <a:pt x="0" y="22"/>
                  </a:cubicBezTo>
                  <a:cubicBezTo>
                    <a:pt x="0" y="15"/>
                    <a:pt x="2" y="9"/>
                    <a:pt x="5" y="5"/>
                  </a:cubicBezTo>
                  <a:cubicBezTo>
                    <a:pt x="9" y="1"/>
                    <a:pt x="13" y="0"/>
                    <a:pt x="18" y="0"/>
                  </a:cubicBezTo>
                  <a:cubicBezTo>
                    <a:pt x="21" y="0"/>
                    <a:pt x="24" y="0"/>
                    <a:pt x="26" y="2"/>
                  </a:cubicBezTo>
                  <a:moveTo>
                    <a:pt x="27" y="9"/>
                  </a:moveTo>
                  <a:cubicBezTo>
                    <a:pt x="25" y="7"/>
                    <a:pt x="22" y="6"/>
                    <a:pt x="19" y="6"/>
                  </a:cubicBezTo>
                  <a:cubicBezTo>
                    <a:pt x="14" y="6"/>
                    <a:pt x="11" y="8"/>
                    <a:pt x="9" y="13"/>
                  </a:cubicBezTo>
                  <a:cubicBezTo>
                    <a:pt x="8" y="15"/>
                    <a:pt x="8" y="18"/>
                    <a:pt x="8" y="22"/>
                  </a:cubicBezTo>
                  <a:cubicBezTo>
                    <a:pt x="8" y="27"/>
                    <a:pt x="9" y="31"/>
                    <a:pt x="10" y="33"/>
                  </a:cubicBezTo>
                  <a:cubicBezTo>
                    <a:pt x="12" y="35"/>
                    <a:pt x="15" y="37"/>
                    <a:pt x="18" y="37"/>
                  </a:cubicBezTo>
                  <a:cubicBezTo>
                    <a:pt x="23" y="37"/>
                    <a:pt x="27" y="34"/>
                    <a:pt x="29" y="30"/>
                  </a:cubicBezTo>
                  <a:cubicBezTo>
                    <a:pt x="30" y="27"/>
                    <a:pt x="30" y="24"/>
                    <a:pt x="30" y="21"/>
                  </a:cubicBezTo>
                  <a:cubicBezTo>
                    <a:pt x="30" y="16"/>
                    <a:pt x="29" y="12"/>
                    <a:pt x="27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nl-NL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nl-NL"/>
            </a:p>
          </p:txBody>
        </p:sp>
        <p:sp>
          <p:nvSpPr>
            <p:cNvPr id="80" name="Freeform 24"/>
            <p:cNvSpPr>
              <a:spLocks/>
            </p:cNvSpPr>
            <p:nvPr/>
          </p:nvSpPr>
          <p:spPr bwMode="auto">
            <a:xfrm>
              <a:off x="15444791" y="2870201"/>
              <a:ext cx="120650" cy="188913"/>
            </a:xfrm>
            <a:custGeom>
              <a:avLst/>
              <a:gdLst>
                <a:gd name="T0" fmla="*/ 30 w 38"/>
                <a:gd name="T1" fmla="*/ 0 h 59"/>
                <a:gd name="T2" fmla="*/ 38 w 38"/>
                <a:gd name="T3" fmla="*/ 0 h 59"/>
                <a:gd name="T4" fmla="*/ 31 w 38"/>
                <a:gd name="T5" fmla="*/ 19 h 59"/>
                <a:gd name="T6" fmla="*/ 25 w 38"/>
                <a:gd name="T7" fmla="*/ 36 h 59"/>
                <a:gd name="T8" fmla="*/ 16 w 38"/>
                <a:gd name="T9" fmla="*/ 55 h 59"/>
                <a:gd name="T10" fmla="*/ 8 w 38"/>
                <a:gd name="T11" fmla="*/ 59 h 59"/>
                <a:gd name="T12" fmla="*/ 6 w 38"/>
                <a:gd name="T13" fmla="*/ 59 h 59"/>
                <a:gd name="T14" fmla="*/ 4 w 38"/>
                <a:gd name="T15" fmla="*/ 58 h 59"/>
                <a:gd name="T16" fmla="*/ 4 w 38"/>
                <a:gd name="T17" fmla="*/ 52 h 59"/>
                <a:gd name="T18" fmla="*/ 6 w 38"/>
                <a:gd name="T19" fmla="*/ 53 h 59"/>
                <a:gd name="T20" fmla="*/ 8 w 38"/>
                <a:gd name="T21" fmla="*/ 53 h 59"/>
                <a:gd name="T22" fmla="*/ 11 w 38"/>
                <a:gd name="T23" fmla="*/ 52 h 59"/>
                <a:gd name="T24" fmla="*/ 12 w 38"/>
                <a:gd name="T25" fmla="*/ 51 h 59"/>
                <a:gd name="T26" fmla="*/ 13 w 38"/>
                <a:gd name="T27" fmla="*/ 47 h 59"/>
                <a:gd name="T28" fmla="*/ 15 w 38"/>
                <a:gd name="T29" fmla="*/ 43 h 59"/>
                <a:gd name="T30" fmla="*/ 0 w 38"/>
                <a:gd name="T31" fmla="*/ 0 h 59"/>
                <a:gd name="T32" fmla="*/ 8 w 38"/>
                <a:gd name="T33" fmla="*/ 0 h 59"/>
                <a:gd name="T34" fmla="*/ 19 w 38"/>
                <a:gd name="T35" fmla="*/ 34 h 59"/>
                <a:gd name="T36" fmla="*/ 30 w 38"/>
                <a:gd name="T37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" h="59">
                  <a:moveTo>
                    <a:pt x="30" y="0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5" y="9"/>
                    <a:pt x="31" y="19"/>
                  </a:cubicBezTo>
                  <a:cubicBezTo>
                    <a:pt x="29" y="26"/>
                    <a:pt x="27" y="31"/>
                    <a:pt x="25" y="36"/>
                  </a:cubicBezTo>
                  <a:cubicBezTo>
                    <a:pt x="21" y="47"/>
                    <a:pt x="18" y="53"/>
                    <a:pt x="16" y="55"/>
                  </a:cubicBezTo>
                  <a:cubicBezTo>
                    <a:pt x="15" y="58"/>
                    <a:pt x="12" y="59"/>
                    <a:pt x="8" y="59"/>
                  </a:cubicBezTo>
                  <a:cubicBezTo>
                    <a:pt x="7" y="59"/>
                    <a:pt x="6" y="59"/>
                    <a:pt x="6" y="59"/>
                  </a:cubicBezTo>
                  <a:cubicBezTo>
                    <a:pt x="5" y="59"/>
                    <a:pt x="4" y="59"/>
                    <a:pt x="4" y="58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5" y="52"/>
                    <a:pt x="6" y="53"/>
                    <a:pt x="6" y="53"/>
                  </a:cubicBezTo>
                  <a:cubicBezTo>
                    <a:pt x="7" y="53"/>
                    <a:pt x="7" y="53"/>
                    <a:pt x="8" y="53"/>
                  </a:cubicBezTo>
                  <a:cubicBezTo>
                    <a:pt x="9" y="53"/>
                    <a:pt x="10" y="52"/>
                    <a:pt x="11" y="52"/>
                  </a:cubicBezTo>
                  <a:cubicBezTo>
                    <a:pt x="11" y="52"/>
                    <a:pt x="12" y="51"/>
                    <a:pt x="12" y="51"/>
                  </a:cubicBezTo>
                  <a:cubicBezTo>
                    <a:pt x="12" y="50"/>
                    <a:pt x="13" y="49"/>
                    <a:pt x="13" y="47"/>
                  </a:cubicBezTo>
                  <a:cubicBezTo>
                    <a:pt x="14" y="45"/>
                    <a:pt x="15" y="44"/>
                    <a:pt x="15" y="4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19" y="34"/>
                    <a:pt x="19" y="34"/>
                    <a:pt x="19" y="34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nl-NL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nl-NL"/>
            </a:p>
          </p:txBody>
        </p:sp>
        <p:sp>
          <p:nvSpPr>
            <p:cNvPr id="81" name="Freeform 25"/>
            <p:cNvSpPr>
              <a:spLocks/>
            </p:cNvSpPr>
            <p:nvPr/>
          </p:nvSpPr>
          <p:spPr bwMode="auto">
            <a:xfrm>
              <a:off x="15655929" y="2816226"/>
              <a:ext cx="142875" cy="195263"/>
            </a:xfrm>
            <a:custGeom>
              <a:avLst/>
              <a:gdLst>
                <a:gd name="T0" fmla="*/ 8 w 45"/>
                <a:gd name="T1" fmla="*/ 40 h 61"/>
                <a:gd name="T2" fmla="*/ 10 w 45"/>
                <a:gd name="T3" fmla="*/ 48 h 61"/>
                <a:gd name="T4" fmla="*/ 23 w 45"/>
                <a:gd name="T5" fmla="*/ 54 h 61"/>
                <a:gd name="T6" fmla="*/ 30 w 45"/>
                <a:gd name="T7" fmla="*/ 53 h 61"/>
                <a:gd name="T8" fmla="*/ 37 w 45"/>
                <a:gd name="T9" fmla="*/ 44 h 61"/>
                <a:gd name="T10" fmla="*/ 34 w 45"/>
                <a:gd name="T11" fmla="*/ 37 h 61"/>
                <a:gd name="T12" fmla="*/ 25 w 45"/>
                <a:gd name="T13" fmla="*/ 34 h 61"/>
                <a:gd name="T14" fmla="*/ 18 w 45"/>
                <a:gd name="T15" fmla="*/ 32 h 61"/>
                <a:gd name="T16" fmla="*/ 7 w 45"/>
                <a:gd name="T17" fmla="*/ 29 h 61"/>
                <a:gd name="T18" fmla="*/ 2 w 45"/>
                <a:gd name="T19" fmla="*/ 18 h 61"/>
                <a:gd name="T20" fmla="*/ 7 w 45"/>
                <a:gd name="T21" fmla="*/ 5 h 61"/>
                <a:gd name="T22" fmla="*/ 22 w 45"/>
                <a:gd name="T23" fmla="*/ 0 h 61"/>
                <a:gd name="T24" fmla="*/ 37 w 45"/>
                <a:gd name="T25" fmla="*/ 5 h 61"/>
                <a:gd name="T26" fmla="*/ 43 w 45"/>
                <a:gd name="T27" fmla="*/ 19 h 61"/>
                <a:gd name="T28" fmla="*/ 36 w 45"/>
                <a:gd name="T29" fmla="*/ 19 h 61"/>
                <a:gd name="T30" fmla="*/ 33 w 45"/>
                <a:gd name="T31" fmla="*/ 12 h 61"/>
                <a:gd name="T32" fmla="*/ 22 w 45"/>
                <a:gd name="T33" fmla="*/ 7 h 61"/>
                <a:gd name="T34" fmla="*/ 12 w 45"/>
                <a:gd name="T35" fmla="*/ 10 h 61"/>
                <a:gd name="T36" fmla="*/ 10 w 45"/>
                <a:gd name="T37" fmla="*/ 17 h 61"/>
                <a:gd name="T38" fmla="*/ 13 w 45"/>
                <a:gd name="T39" fmla="*/ 23 h 61"/>
                <a:gd name="T40" fmla="*/ 23 w 45"/>
                <a:gd name="T41" fmla="*/ 26 h 61"/>
                <a:gd name="T42" fmla="*/ 31 w 45"/>
                <a:gd name="T43" fmla="*/ 28 h 61"/>
                <a:gd name="T44" fmla="*/ 39 w 45"/>
                <a:gd name="T45" fmla="*/ 31 h 61"/>
                <a:gd name="T46" fmla="*/ 45 w 45"/>
                <a:gd name="T47" fmla="*/ 43 h 61"/>
                <a:gd name="T48" fmla="*/ 38 w 45"/>
                <a:gd name="T49" fmla="*/ 56 h 61"/>
                <a:gd name="T50" fmla="*/ 22 w 45"/>
                <a:gd name="T51" fmla="*/ 61 h 61"/>
                <a:gd name="T52" fmla="*/ 6 w 45"/>
                <a:gd name="T53" fmla="*/ 55 h 61"/>
                <a:gd name="T54" fmla="*/ 0 w 45"/>
                <a:gd name="T55" fmla="*/ 40 h 61"/>
                <a:gd name="T56" fmla="*/ 8 w 45"/>
                <a:gd name="T57" fmla="*/ 4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5" h="61">
                  <a:moveTo>
                    <a:pt x="8" y="40"/>
                  </a:moveTo>
                  <a:cubicBezTo>
                    <a:pt x="8" y="44"/>
                    <a:pt x="8" y="46"/>
                    <a:pt x="10" y="48"/>
                  </a:cubicBezTo>
                  <a:cubicBezTo>
                    <a:pt x="12" y="52"/>
                    <a:pt x="17" y="54"/>
                    <a:pt x="23" y="54"/>
                  </a:cubicBezTo>
                  <a:cubicBezTo>
                    <a:pt x="26" y="54"/>
                    <a:pt x="28" y="54"/>
                    <a:pt x="30" y="53"/>
                  </a:cubicBezTo>
                  <a:cubicBezTo>
                    <a:pt x="35" y="51"/>
                    <a:pt x="37" y="48"/>
                    <a:pt x="37" y="44"/>
                  </a:cubicBezTo>
                  <a:cubicBezTo>
                    <a:pt x="37" y="41"/>
                    <a:pt x="36" y="39"/>
                    <a:pt x="34" y="37"/>
                  </a:cubicBezTo>
                  <a:cubicBezTo>
                    <a:pt x="32" y="36"/>
                    <a:pt x="29" y="35"/>
                    <a:pt x="25" y="34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3" y="31"/>
                    <a:pt x="9" y="30"/>
                    <a:pt x="7" y="29"/>
                  </a:cubicBezTo>
                  <a:cubicBezTo>
                    <a:pt x="4" y="26"/>
                    <a:pt x="2" y="23"/>
                    <a:pt x="2" y="18"/>
                  </a:cubicBezTo>
                  <a:cubicBezTo>
                    <a:pt x="2" y="13"/>
                    <a:pt x="4" y="9"/>
                    <a:pt x="7" y="5"/>
                  </a:cubicBezTo>
                  <a:cubicBezTo>
                    <a:pt x="11" y="2"/>
                    <a:pt x="16" y="0"/>
                    <a:pt x="22" y="0"/>
                  </a:cubicBezTo>
                  <a:cubicBezTo>
                    <a:pt x="28" y="0"/>
                    <a:pt x="33" y="2"/>
                    <a:pt x="37" y="5"/>
                  </a:cubicBezTo>
                  <a:cubicBezTo>
                    <a:pt x="41" y="8"/>
                    <a:pt x="43" y="12"/>
                    <a:pt x="43" y="19"/>
                  </a:cubicBezTo>
                  <a:cubicBezTo>
                    <a:pt x="36" y="19"/>
                    <a:pt x="36" y="19"/>
                    <a:pt x="36" y="19"/>
                  </a:cubicBezTo>
                  <a:cubicBezTo>
                    <a:pt x="35" y="15"/>
                    <a:pt x="35" y="13"/>
                    <a:pt x="33" y="12"/>
                  </a:cubicBezTo>
                  <a:cubicBezTo>
                    <a:pt x="31" y="9"/>
                    <a:pt x="27" y="7"/>
                    <a:pt x="22" y="7"/>
                  </a:cubicBezTo>
                  <a:cubicBezTo>
                    <a:pt x="17" y="7"/>
                    <a:pt x="14" y="8"/>
                    <a:pt x="12" y="10"/>
                  </a:cubicBezTo>
                  <a:cubicBezTo>
                    <a:pt x="10" y="12"/>
                    <a:pt x="10" y="14"/>
                    <a:pt x="10" y="17"/>
                  </a:cubicBezTo>
                  <a:cubicBezTo>
                    <a:pt x="10" y="19"/>
                    <a:pt x="11" y="21"/>
                    <a:pt x="13" y="23"/>
                  </a:cubicBezTo>
                  <a:cubicBezTo>
                    <a:pt x="14" y="24"/>
                    <a:pt x="18" y="25"/>
                    <a:pt x="23" y="26"/>
                  </a:cubicBezTo>
                  <a:cubicBezTo>
                    <a:pt x="31" y="28"/>
                    <a:pt x="31" y="28"/>
                    <a:pt x="31" y="28"/>
                  </a:cubicBezTo>
                  <a:cubicBezTo>
                    <a:pt x="34" y="29"/>
                    <a:pt x="37" y="30"/>
                    <a:pt x="39" y="31"/>
                  </a:cubicBezTo>
                  <a:cubicBezTo>
                    <a:pt x="43" y="34"/>
                    <a:pt x="45" y="38"/>
                    <a:pt x="45" y="43"/>
                  </a:cubicBezTo>
                  <a:cubicBezTo>
                    <a:pt x="45" y="49"/>
                    <a:pt x="42" y="54"/>
                    <a:pt x="38" y="56"/>
                  </a:cubicBezTo>
                  <a:cubicBezTo>
                    <a:pt x="33" y="59"/>
                    <a:pt x="28" y="61"/>
                    <a:pt x="22" y="61"/>
                  </a:cubicBezTo>
                  <a:cubicBezTo>
                    <a:pt x="15" y="61"/>
                    <a:pt x="10" y="59"/>
                    <a:pt x="6" y="55"/>
                  </a:cubicBezTo>
                  <a:cubicBezTo>
                    <a:pt x="2" y="51"/>
                    <a:pt x="0" y="47"/>
                    <a:pt x="0" y="40"/>
                  </a:cubicBezTo>
                  <a:lnTo>
                    <a:pt x="8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nl-NL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nl-NL"/>
            </a:p>
          </p:txBody>
        </p:sp>
        <p:sp>
          <p:nvSpPr>
            <p:cNvPr id="82" name="Freeform 26"/>
            <p:cNvSpPr>
              <a:spLocks noEditPoints="1"/>
            </p:cNvSpPr>
            <p:nvPr/>
          </p:nvSpPr>
          <p:spPr bwMode="auto">
            <a:xfrm>
              <a:off x="15824204" y="2867026"/>
              <a:ext cx="120650" cy="141288"/>
            </a:xfrm>
            <a:custGeom>
              <a:avLst/>
              <a:gdLst>
                <a:gd name="T0" fmla="*/ 28 w 38"/>
                <a:gd name="T1" fmla="*/ 2 h 44"/>
                <a:gd name="T2" fmla="*/ 34 w 38"/>
                <a:gd name="T3" fmla="*/ 8 h 44"/>
                <a:gd name="T4" fmla="*/ 37 w 38"/>
                <a:gd name="T5" fmla="*/ 15 h 44"/>
                <a:gd name="T6" fmla="*/ 38 w 38"/>
                <a:gd name="T7" fmla="*/ 24 h 44"/>
                <a:gd name="T8" fmla="*/ 8 w 38"/>
                <a:gd name="T9" fmla="*/ 24 h 44"/>
                <a:gd name="T10" fmla="*/ 10 w 38"/>
                <a:gd name="T11" fmla="*/ 34 h 44"/>
                <a:gd name="T12" fmla="*/ 19 w 38"/>
                <a:gd name="T13" fmla="*/ 38 h 44"/>
                <a:gd name="T14" fmla="*/ 28 w 38"/>
                <a:gd name="T15" fmla="*/ 35 h 44"/>
                <a:gd name="T16" fmla="*/ 30 w 38"/>
                <a:gd name="T17" fmla="*/ 30 h 44"/>
                <a:gd name="T18" fmla="*/ 37 w 38"/>
                <a:gd name="T19" fmla="*/ 30 h 44"/>
                <a:gd name="T20" fmla="*/ 35 w 38"/>
                <a:gd name="T21" fmla="*/ 35 h 44"/>
                <a:gd name="T22" fmla="*/ 32 w 38"/>
                <a:gd name="T23" fmla="*/ 39 h 44"/>
                <a:gd name="T24" fmla="*/ 24 w 38"/>
                <a:gd name="T25" fmla="*/ 44 h 44"/>
                <a:gd name="T26" fmla="*/ 18 w 38"/>
                <a:gd name="T27" fmla="*/ 44 h 44"/>
                <a:gd name="T28" fmla="*/ 5 w 38"/>
                <a:gd name="T29" fmla="*/ 39 h 44"/>
                <a:gd name="T30" fmla="*/ 0 w 38"/>
                <a:gd name="T31" fmla="*/ 23 h 44"/>
                <a:gd name="T32" fmla="*/ 5 w 38"/>
                <a:gd name="T33" fmla="*/ 7 h 44"/>
                <a:gd name="T34" fmla="*/ 20 w 38"/>
                <a:gd name="T35" fmla="*/ 0 h 44"/>
                <a:gd name="T36" fmla="*/ 28 w 38"/>
                <a:gd name="T37" fmla="*/ 2 h 44"/>
                <a:gd name="T38" fmla="*/ 31 w 38"/>
                <a:gd name="T39" fmla="*/ 19 h 44"/>
                <a:gd name="T40" fmla="*/ 29 w 38"/>
                <a:gd name="T41" fmla="*/ 11 h 44"/>
                <a:gd name="T42" fmla="*/ 19 w 38"/>
                <a:gd name="T43" fmla="*/ 6 h 44"/>
                <a:gd name="T44" fmla="*/ 11 w 38"/>
                <a:gd name="T45" fmla="*/ 10 h 44"/>
                <a:gd name="T46" fmla="*/ 8 w 38"/>
                <a:gd name="T47" fmla="*/ 19 h 44"/>
                <a:gd name="T48" fmla="*/ 31 w 38"/>
                <a:gd name="T49" fmla="*/ 19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8" h="44">
                  <a:moveTo>
                    <a:pt x="28" y="2"/>
                  </a:moveTo>
                  <a:cubicBezTo>
                    <a:pt x="31" y="4"/>
                    <a:pt x="33" y="6"/>
                    <a:pt x="34" y="8"/>
                  </a:cubicBezTo>
                  <a:cubicBezTo>
                    <a:pt x="36" y="10"/>
                    <a:pt x="37" y="12"/>
                    <a:pt x="37" y="15"/>
                  </a:cubicBezTo>
                  <a:cubicBezTo>
                    <a:pt x="38" y="17"/>
                    <a:pt x="38" y="20"/>
                    <a:pt x="38" y="24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8" y="29"/>
                    <a:pt x="9" y="32"/>
                    <a:pt x="10" y="34"/>
                  </a:cubicBezTo>
                  <a:cubicBezTo>
                    <a:pt x="12" y="37"/>
                    <a:pt x="15" y="38"/>
                    <a:pt x="19" y="38"/>
                  </a:cubicBezTo>
                  <a:cubicBezTo>
                    <a:pt x="23" y="38"/>
                    <a:pt x="26" y="37"/>
                    <a:pt x="28" y="35"/>
                  </a:cubicBezTo>
                  <a:cubicBezTo>
                    <a:pt x="29" y="33"/>
                    <a:pt x="30" y="32"/>
                    <a:pt x="30" y="30"/>
                  </a:cubicBezTo>
                  <a:cubicBezTo>
                    <a:pt x="37" y="30"/>
                    <a:pt x="37" y="30"/>
                    <a:pt x="37" y="30"/>
                  </a:cubicBezTo>
                  <a:cubicBezTo>
                    <a:pt x="37" y="31"/>
                    <a:pt x="36" y="33"/>
                    <a:pt x="35" y="35"/>
                  </a:cubicBezTo>
                  <a:cubicBezTo>
                    <a:pt x="34" y="37"/>
                    <a:pt x="33" y="38"/>
                    <a:pt x="32" y="39"/>
                  </a:cubicBezTo>
                  <a:cubicBezTo>
                    <a:pt x="30" y="42"/>
                    <a:pt x="27" y="43"/>
                    <a:pt x="24" y="44"/>
                  </a:cubicBezTo>
                  <a:cubicBezTo>
                    <a:pt x="22" y="44"/>
                    <a:pt x="21" y="44"/>
                    <a:pt x="18" y="44"/>
                  </a:cubicBezTo>
                  <a:cubicBezTo>
                    <a:pt x="13" y="44"/>
                    <a:pt x="9" y="42"/>
                    <a:pt x="5" y="39"/>
                  </a:cubicBezTo>
                  <a:cubicBezTo>
                    <a:pt x="2" y="35"/>
                    <a:pt x="0" y="30"/>
                    <a:pt x="0" y="23"/>
                  </a:cubicBezTo>
                  <a:cubicBezTo>
                    <a:pt x="0" y="16"/>
                    <a:pt x="2" y="11"/>
                    <a:pt x="5" y="7"/>
                  </a:cubicBezTo>
                  <a:cubicBezTo>
                    <a:pt x="9" y="2"/>
                    <a:pt x="14" y="0"/>
                    <a:pt x="20" y="0"/>
                  </a:cubicBezTo>
                  <a:cubicBezTo>
                    <a:pt x="22" y="0"/>
                    <a:pt x="25" y="1"/>
                    <a:pt x="28" y="2"/>
                  </a:cubicBezTo>
                  <a:moveTo>
                    <a:pt x="31" y="19"/>
                  </a:moveTo>
                  <a:cubicBezTo>
                    <a:pt x="30" y="16"/>
                    <a:pt x="30" y="13"/>
                    <a:pt x="29" y="11"/>
                  </a:cubicBezTo>
                  <a:cubicBezTo>
                    <a:pt x="27" y="8"/>
                    <a:pt x="24" y="6"/>
                    <a:pt x="19" y="6"/>
                  </a:cubicBezTo>
                  <a:cubicBezTo>
                    <a:pt x="16" y="6"/>
                    <a:pt x="13" y="8"/>
                    <a:pt x="11" y="10"/>
                  </a:cubicBezTo>
                  <a:cubicBezTo>
                    <a:pt x="9" y="12"/>
                    <a:pt x="8" y="15"/>
                    <a:pt x="8" y="19"/>
                  </a:cubicBezTo>
                  <a:lnTo>
                    <a:pt x="31" y="1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nl-NL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nl-NL"/>
            </a:p>
          </p:txBody>
        </p:sp>
        <p:sp>
          <p:nvSpPr>
            <p:cNvPr id="83" name="Freeform 27"/>
            <p:cNvSpPr>
              <a:spLocks/>
            </p:cNvSpPr>
            <p:nvPr/>
          </p:nvSpPr>
          <p:spPr bwMode="auto">
            <a:xfrm>
              <a:off x="15976604" y="2867026"/>
              <a:ext cx="63500" cy="138113"/>
            </a:xfrm>
            <a:custGeom>
              <a:avLst/>
              <a:gdLst>
                <a:gd name="T0" fmla="*/ 0 w 20"/>
                <a:gd name="T1" fmla="*/ 1 h 43"/>
                <a:gd name="T2" fmla="*/ 6 w 20"/>
                <a:gd name="T3" fmla="*/ 1 h 43"/>
                <a:gd name="T4" fmla="*/ 6 w 20"/>
                <a:gd name="T5" fmla="*/ 8 h 43"/>
                <a:gd name="T6" fmla="*/ 10 w 20"/>
                <a:gd name="T7" fmla="*/ 3 h 43"/>
                <a:gd name="T8" fmla="*/ 18 w 20"/>
                <a:gd name="T9" fmla="*/ 0 h 43"/>
                <a:gd name="T10" fmla="*/ 18 w 20"/>
                <a:gd name="T11" fmla="*/ 0 h 43"/>
                <a:gd name="T12" fmla="*/ 20 w 20"/>
                <a:gd name="T13" fmla="*/ 1 h 43"/>
                <a:gd name="T14" fmla="*/ 20 w 20"/>
                <a:gd name="T15" fmla="*/ 8 h 43"/>
                <a:gd name="T16" fmla="*/ 19 w 20"/>
                <a:gd name="T17" fmla="*/ 8 h 43"/>
                <a:gd name="T18" fmla="*/ 18 w 20"/>
                <a:gd name="T19" fmla="*/ 8 h 43"/>
                <a:gd name="T20" fmla="*/ 9 w 20"/>
                <a:gd name="T21" fmla="*/ 11 h 43"/>
                <a:gd name="T22" fmla="*/ 7 w 20"/>
                <a:gd name="T23" fmla="*/ 19 h 43"/>
                <a:gd name="T24" fmla="*/ 7 w 20"/>
                <a:gd name="T25" fmla="*/ 43 h 43"/>
                <a:gd name="T26" fmla="*/ 0 w 20"/>
                <a:gd name="T27" fmla="*/ 43 h 43"/>
                <a:gd name="T28" fmla="*/ 0 w 20"/>
                <a:gd name="T29" fmla="*/ 1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" h="43">
                  <a:moveTo>
                    <a:pt x="0" y="1"/>
                  </a:moveTo>
                  <a:cubicBezTo>
                    <a:pt x="6" y="1"/>
                    <a:pt x="6" y="1"/>
                    <a:pt x="6" y="1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7" y="7"/>
                    <a:pt x="8" y="5"/>
                    <a:pt x="10" y="3"/>
                  </a:cubicBezTo>
                  <a:cubicBezTo>
                    <a:pt x="12" y="1"/>
                    <a:pt x="15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9" y="0"/>
                    <a:pt x="19" y="0"/>
                    <a:pt x="20" y="1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14" y="8"/>
                    <a:pt x="11" y="9"/>
                    <a:pt x="9" y="11"/>
                  </a:cubicBezTo>
                  <a:cubicBezTo>
                    <a:pt x="8" y="13"/>
                    <a:pt x="7" y="16"/>
                    <a:pt x="7" y="19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0" y="43"/>
                    <a:pt x="0" y="43"/>
                    <a:pt x="0" y="43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nl-NL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nl-NL"/>
            </a:p>
          </p:txBody>
        </p:sp>
        <p:sp>
          <p:nvSpPr>
            <p:cNvPr id="84" name="Freeform 28"/>
            <p:cNvSpPr>
              <a:spLocks/>
            </p:cNvSpPr>
            <p:nvPr/>
          </p:nvSpPr>
          <p:spPr bwMode="auto">
            <a:xfrm>
              <a:off x="16046454" y="2870201"/>
              <a:ext cx="120650" cy="134938"/>
            </a:xfrm>
            <a:custGeom>
              <a:avLst/>
              <a:gdLst>
                <a:gd name="T0" fmla="*/ 16 w 76"/>
                <a:gd name="T1" fmla="*/ 0 h 85"/>
                <a:gd name="T2" fmla="*/ 38 w 76"/>
                <a:gd name="T3" fmla="*/ 69 h 85"/>
                <a:gd name="T4" fmla="*/ 62 w 76"/>
                <a:gd name="T5" fmla="*/ 0 h 85"/>
                <a:gd name="T6" fmla="*/ 76 w 76"/>
                <a:gd name="T7" fmla="*/ 0 h 85"/>
                <a:gd name="T8" fmla="*/ 46 w 76"/>
                <a:gd name="T9" fmla="*/ 85 h 85"/>
                <a:gd name="T10" fmla="*/ 30 w 76"/>
                <a:gd name="T11" fmla="*/ 85 h 85"/>
                <a:gd name="T12" fmla="*/ 0 w 76"/>
                <a:gd name="T13" fmla="*/ 0 h 85"/>
                <a:gd name="T14" fmla="*/ 16 w 76"/>
                <a:gd name="T15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6" h="85">
                  <a:moveTo>
                    <a:pt x="16" y="0"/>
                  </a:moveTo>
                  <a:lnTo>
                    <a:pt x="38" y="69"/>
                  </a:lnTo>
                  <a:lnTo>
                    <a:pt x="62" y="0"/>
                  </a:lnTo>
                  <a:lnTo>
                    <a:pt x="76" y="0"/>
                  </a:lnTo>
                  <a:lnTo>
                    <a:pt x="46" y="85"/>
                  </a:lnTo>
                  <a:lnTo>
                    <a:pt x="30" y="85"/>
                  </a:lnTo>
                  <a:lnTo>
                    <a:pt x="0" y="0"/>
                  </a:lnTo>
                  <a:lnTo>
                    <a:pt x="1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nl-NL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nl-NL"/>
            </a:p>
          </p:txBody>
        </p:sp>
        <p:sp>
          <p:nvSpPr>
            <p:cNvPr id="85" name="Freeform 29"/>
            <p:cNvSpPr>
              <a:spLocks noEditPoints="1"/>
            </p:cNvSpPr>
            <p:nvPr/>
          </p:nvSpPr>
          <p:spPr bwMode="auto">
            <a:xfrm>
              <a:off x="16189329" y="2822576"/>
              <a:ext cx="22225" cy="182563"/>
            </a:xfrm>
            <a:custGeom>
              <a:avLst/>
              <a:gdLst>
                <a:gd name="T0" fmla="*/ 0 w 14"/>
                <a:gd name="T1" fmla="*/ 0 h 115"/>
                <a:gd name="T2" fmla="*/ 14 w 14"/>
                <a:gd name="T3" fmla="*/ 0 h 115"/>
                <a:gd name="T4" fmla="*/ 14 w 14"/>
                <a:gd name="T5" fmla="*/ 16 h 115"/>
                <a:gd name="T6" fmla="*/ 0 w 14"/>
                <a:gd name="T7" fmla="*/ 16 h 115"/>
                <a:gd name="T8" fmla="*/ 0 w 14"/>
                <a:gd name="T9" fmla="*/ 0 h 115"/>
                <a:gd name="T10" fmla="*/ 0 w 14"/>
                <a:gd name="T11" fmla="*/ 30 h 115"/>
                <a:gd name="T12" fmla="*/ 14 w 14"/>
                <a:gd name="T13" fmla="*/ 30 h 115"/>
                <a:gd name="T14" fmla="*/ 14 w 14"/>
                <a:gd name="T15" fmla="*/ 115 h 115"/>
                <a:gd name="T16" fmla="*/ 0 w 14"/>
                <a:gd name="T17" fmla="*/ 115 h 115"/>
                <a:gd name="T18" fmla="*/ 0 w 14"/>
                <a:gd name="T19" fmla="*/ 3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" h="115">
                  <a:moveTo>
                    <a:pt x="0" y="0"/>
                  </a:moveTo>
                  <a:lnTo>
                    <a:pt x="14" y="0"/>
                  </a:lnTo>
                  <a:lnTo>
                    <a:pt x="14" y="16"/>
                  </a:lnTo>
                  <a:lnTo>
                    <a:pt x="0" y="16"/>
                  </a:lnTo>
                  <a:lnTo>
                    <a:pt x="0" y="0"/>
                  </a:lnTo>
                  <a:close/>
                  <a:moveTo>
                    <a:pt x="0" y="30"/>
                  </a:moveTo>
                  <a:lnTo>
                    <a:pt x="14" y="30"/>
                  </a:lnTo>
                  <a:lnTo>
                    <a:pt x="14" y="115"/>
                  </a:lnTo>
                  <a:lnTo>
                    <a:pt x="0" y="115"/>
                  </a:lnTo>
                  <a:lnTo>
                    <a:pt x="0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nl-NL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nl-NL"/>
            </a:p>
          </p:txBody>
        </p:sp>
        <p:sp>
          <p:nvSpPr>
            <p:cNvPr id="86" name="Freeform 30"/>
            <p:cNvSpPr>
              <a:spLocks/>
            </p:cNvSpPr>
            <p:nvPr/>
          </p:nvSpPr>
          <p:spPr bwMode="auto">
            <a:xfrm>
              <a:off x="16240129" y="2867026"/>
              <a:ext cx="112713" cy="141288"/>
            </a:xfrm>
            <a:custGeom>
              <a:avLst/>
              <a:gdLst>
                <a:gd name="T0" fmla="*/ 30 w 35"/>
                <a:gd name="T1" fmla="*/ 3 h 44"/>
                <a:gd name="T2" fmla="*/ 35 w 35"/>
                <a:gd name="T3" fmla="*/ 15 h 44"/>
                <a:gd name="T4" fmla="*/ 29 w 35"/>
                <a:gd name="T5" fmla="*/ 15 h 44"/>
                <a:gd name="T6" fmla="*/ 26 w 35"/>
                <a:gd name="T7" fmla="*/ 9 h 44"/>
                <a:gd name="T8" fmla="*/ 19 w 35"/>
                <a:gd name="T9" fmla="*/ 6 h 44"/>
                <a:gd name="T10" fmla="*/ 9 w 35"/>
                <a:gd name="T11" fmla="*/ 13 h 44"/>
                <a:gd name="T12" fmla="*/ 7 w 35"/>
                <a:gd name="T13" fmla="*/ 23 h 44"/>
                <a:gd name="T14" fmla="*/ 10 w 35"/>
                <a:gd name="T15" fmla="*/ 34 h 44"/>
                <a:gd name="T16" fmla="*/ 18 w 35"/>
                <a:gd name="T17" fmla="*/ 38 h 44"/>
                <a:gd name="T18" fmla="*/ 25 w 35"/>
                <a:gd name="T19" fmla="*/ 35 h 44"/>
                <a:gd name="T20" fmla="*/ 29 w 35"/>
                <a:gd name="T21" fmla="*/ 28 h 44"/>
                <a:gd name="T22" fmla="*/ 35 w 35"/>
                <a:gd name="T23" fmla="*/ 28 h 44"/>
                <a:gd name="T24" fmla="*/ 30 w 35"/>
                <a:gd name="T25" fmla="*/ 40 h 44"/>
                <a:gd name="T26" fmla="*/ 18 w 35"/>
                <a:gd name="T27" fmla="*/ 44 h 44"/>
                <a:gd name="T28" fmla="*/ 5 w 35"/>
                <a:gd name="T29" fmla="*/ 38 h 44"/>
                <a:gd name="T30" fmla="*/ 0 w 35"/>
                <a:gd name="T31" fmla="*/ 23 h 44"/>
                <a:gd name="T32" fmla="*/ 5 w 35"/>
                <a:gd name="T33" fmla="*/ 6 h 44"/>
                <a:gd name="T34" fmla="*/ 19 w 35"/>
                <a:gd name="T35" fmla="*/ 0 h 44"/>
                <a:gd name="T36" fmla="*/ 30 w 35"/>
                <a:gd name="T37" fmla="*/ 3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" h="44">
                  <a:moveTo>
                    <a:pt x="30" y="3"/>
                  </a:moveTo>
                  <a:cubicBezTo>
                    <a:pt x="33" y="6"/>
                    <a:pt x="35" y="10"/>
                    <a:pt x="35" y="15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8" y="13"/>
                    <a:pt x="27" y="11"/>
                    <a:pt x="26" y="9"/>
                  </a:cubicBezTo>
                  <a:cubicBezTo>
                    <a:pt x="24" y="7"/>
                    <a:pt x="22" y="6"/>
                    <a:pt x="19" y="6"/>
                  </a:cubicBezTo>
                  <a:cubicBezTo>
                    <a:pt x="14" y="6"/>
                    <a:pt x="11" y="8"/>
                    <a:pt x="9" y="13"/>
                  </a:cubicBezTo>
                  <a:cubicBezTo>
                    <a:pt x="8" y="16"/>
                    <a:pt x="7" y="19"/>
                    <a:pt x="7" y="23"/>
                  </a:cubicBezTo>
                  <a:cubicBezTo>
                    <a:pt x="7" y="27"/>
                    <a:pt x="8" y="31"/>
                    <a:pt x="10" y="34"/>
                  </a:cubicBezTo>
                  <a:cubicBezTo>
                    <a:pt x="12" y="37"/>
                    <a:pt x="14" y="38"/>
                    <a:pt x="18" y="38"/>
                  </a:cubicBezTo>
                  <a:cubicBezTo>
                    <a:pt x="21" y="38"/>
                    <a:pt x="23" y="37"/>
                    <a:pt x="25" y="35"/>
                  </a:cubicBezTo>
                  <a:cubicBezTo>
                    <a:pt x="27" y="34"/>
                    <a:pt x="28" y="31"/>
                    <a:pt x="29" y="28"/>
                  </a:cubicBezTo>
                  <a:cubicBezTo>
                    <a:pt x="35" y="28"/>
                    <a:pt x="35" y="28"/>
                    <a:pt x="35" y="28"/>
                  </a:cubicBezTo>
                  <a:cubicBezTo>
                    <a:pt x="35" y="34"/>
                    <a:pt x="33" y="38"/>
                    <a:pt x="30" y="40"/>
                  </a:cubicBezTo>
                  <a:cubicBezTo>
                    <a:pt x="27" y="43"/>
                    <a:pt x="23" y="44"/>
                    <a:pt x="18" y="44"/>
                  </a:cubicBezTo>
                  <a:cubicBezTo>
                    <a:pt x="12" y="44"/>
                    <a:pt x="8" y="42"/>
                    <a:pt x="5" y="38"/>
                  </a:cubicBezTo>
                  <a:cubicBezTo>
                    <a:pt x="1" y="34"/>
                    <a:pt x="0" y="29"/>
                    <a:pt x="0" y="23"/>
                  </a:cubicBezTo>
                  <a:cubicBezTo>
                    <a:pt x="0" y="16"/>
                    <a:pt x="2" y="10"/>
                    <a:pt x="5" y="6"/>
                  </a:cubicBezTo>
                  <a:cubicBezTo>
                    <a:pt x="9" y="2"/>
                    <a:pt x="13" y="0"/>
                    <a:pt x="19" y="0"/>
                  </a:cubicBezTo>
                  <a:cubicBezTo>
                    <a:pt x="23" y="0"/>
                    <a:pt x="27" y="1"/>
                    <a:pt x="30" y="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nl-NL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nl-NL"/>
            </a:p>
          </p:txBody>
        </p:sp>
        <p:sp>
          <p:nvSpPr>
            <p:cNvPr id="87" name="Freeform 31"/>
            <p:cNvSpPr>
              <a:spLocks noEditPoints="1"/>
            </p:cNvSpPr>
            <p:nvPr/>
          </p:nvSpPr>
          <p:spPr bwMode="auto">
            <a:xfrm>
              <a:off x="16371892" y="2867026"/>
              <a:ext cx="120650" cy="141288"/>
            </a:xfrm>
            <a:custGeom>
              <a:avLst/>
              <a:gdLst>
                <a:gd name="T0" fmla="*/ 28 w 38"/>
                <a:gd name="T1" fmla="*/ 2 h 44"/>
                <a:gd name="T2" fmla="*/ 34 w 38"/>
                <a:gd name="T3" fmla="*/ 8 h 44"/>
                <a:gd name="T4" fmla="*/ 37 w 38"/>
                <a:gd name="T5" fmla="*/ 15 h 44"/>
                <a:gd name="T6" fmla="*/ 38 w 38"/>
                <a:gd name="T7" fmla="*/ 24 h 44"/>
                <a:gd name="T8" fmla="*/ 7 w 38"/>
                <a:gd name="T9" fmla="*/ 24 h 44"/>
                <a:gd name="T10" fmla="*/ 10 w 38"/>
                <a:gd name="T11" fmla="*/ 34 h 44"/>
                <a:gd name="T12" fmla="*/ 19 w 38"/>
                <a:gd name="T13" fmla="*/ 38 h 44"/>
                <a:gd name="T14" fmla="*/ 28 w 38"/>
                <a:gd name="T15" fmla="*/ 35 h 44"/>
                <a:gd name="T16" fmla="*/ 30 w 38"/>
                <a:gd name="T17" fmla="*/ 30 h 44"/>
                <a:gd name="T18" fmla="*/ 37 w 38"/>
                <a:gd name="T19" fmla="*/ 30 h 44"/>
                <a:gd name="T20" fmla="*/ 35 w 38"/>
                <a:gd name="T21" fmla="*/ 35 h 44"/>
                <a:gd name="T22" fmla="*/ 32 w 38"/>
                <a:gd name="T23" fmla="*/ 39 h 44"/>
                <a:gd name="T24" fmla="*/ 24 w 38"/>
                <a:gd name="T25" fmla="*/ 44 h 44"/>
                <a:gd name="T26" fmla="*/ 18 w 38"/>
                <a:gd name="T27" fmla="*/ 44 h 44"/>
                <a:gd name="T28" fmla="*/ 5 w 38"/>
                <a:gd name="T29" fmla="*/ 39 h 44"/>
                <a:gd name="T30" fmla="*/ 0 w 38"/>
                <a:gd name="T31" fmla="*/ 23 h 44"/>
                <a:gd name="T32" fmla="*/ 5 w 38"/>
                <a:gd name="T33" fmla="*/ 7 h 44"/>
                <a:gd name="T34" fmla="*/ 19 w 38"/>
                <a:gd name="T35" fmla="*/ 0 h 44"/>
                <a:gd name="T36" fmla="*/ 28 w 38"/>
                <a:gd name="T37" fmla="*/ 2 h 44"/>
                <a:gd name="T38" fmla="*/ 30 w 38"/>
                <a:gd name="T39" fmla="*/ 19 h 44"/>
                <a:gd name="T40" fmla="*/ 28 w 38"/>
                <a:gd name="T41" fmla="*/ 11 h 44"/>
                <a:gd name="T42" fmla="*/ 19 w 38"/>
                <a:gd name="T43" fmla="*/ 6 h 44"/>
                <a:gd name="T44" fmla="*/ 11 w 38"/>
                <a:gd name="T45" fmla="*/ 10 h 44"/>
                <a:gd name="T46" fmla="*/ 8 w 38"/>
                <a:gd name="T47" fmla="*/ 19 h 44"/>
                <a:gd name="T48" fmla="*/ 30 w 38"/>
                <a:gd name="T49" fmla="*/ 19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8" h="44">
                  <a:moveTo>
                    <a:pt x="28" y="2"/>
                  </a:moveTo>
                  <a:cubicBezTo>
                    <a:pt x="31" y="4"/>
                    <a:pt x="33" y="6"/>
                    <a:pt x="34" y="8"/>
                  </a:cubicBezTo>
                  <a:cubicBezTo>
                    <a:pt x="36" y="10"/>
                    <a:pt x="37" y="12"/>
                    <a:pt x="37" y="15"/>
                  </a:cubicBezTo>
                  <a:cubicBezTo>
                    <a:pt x="37" y="17"/>
                    <a:pt x="38" y="20"/>
                    <a:pt x="38" y="24"/>
                  </a:cubicBezTo>
                  <a:cubicBezTo>
                    <a:pt x="7" y="24"/>
                    <a:pt x="7" y="24"/>
                    <a:pt x="7" y="24"/>
                  </a:cubicBezTo>
                  <a:cubicBezTo>
                    <a:pt x="7" y="29"/>
                    <a:pt x="8" y="32"/>
                    <a:pt x="10" y="34"/>
                  </a:cubicBezTo>
                  <a:cubicBezTo>
                    <a:pt x="12" y="37"/>
                    <a:pt x="15" y="38"/>
                    <a:pt x="19" y="38"/>
                  </a:cubicBezTo>
                  <a:cubicBezTo>
                    <a:pt x="23" y="38"/>
                    <a:pt x="25" y="37"/>
                    <a:pt x="28" y="35"/>
                  </a:cubicBezTo>
                  <a:cubicBezTo>
                    <a:pt x="29" y="33"/>
                    <a:pt x="30" y="32"/>
                    <a:pt x="30" y="30"/>
                  </a:cubicBezTo>
                  <a:cubicBezTo>
                    <a:pt x="37" y="30"/>
                    <a:pt x="37" y="30"/>
                    <a:pt x="37" y="30"/>
                  </a:cubicBezTo>
                  <a:cubicBezTo>
                    <a:pt x="37" y="31"/>
                    <a:pt x="36" y="33"/>
                    <a:pt x="35" y="35"/>
                  </a:cubicBezTo>
                  <a:cubicBezTo>
                    <a:pt x="34" y="37"/>
                    <a:pt x="33" y="38"/>
                    <a:pt x="32" y="39"/>
                  </a:cubicBezTo>
                  <a:cubicBezTo>
                    <a:pt x="30" y="42"/>
                    <a:pt x="27" y="43"/>
                    <a:pt x="24" y="44"/>
                  </a:cubicBezTo>
                  <a:cubicBezTo>
                    <a:pt x="22" y="44"/>
                    <a:pt x="20" y="44"/>
                    <a:pt x="18" y="44"/>
                  </a:cubicBezTo>
                  <a:cubicBezTo>
                    <a:pt x="13" y="44"/>
                    <a:pt x="9" y="42"/>
                    <a:pt x="5" y="39"/>
                  </a:cubicBezTo>
                  <a:cubicBezTo>
                    <a:pt x="2" y="35"/>
                    <a:pt x="0" y="30"/>
                    <a:pt x="0" y="23"/>
                  </a:cubicBezTo>
                  <a:cubicBezTo>
                    <a:pt x="0" y="16"/>
                    <a:pt x="2" y="11"/>
                    <a:pt x="5" y="7"/>
                  </a:cubicBezTo>
                  <a:cubicBezTo>
                    <a:pt x="9" y="2"/>
                    <a:pt x="14" y="0"/>
                    <a:pt x="19" y="0"/>
                  </a:cubicBezTo>
                  <a:cubicBezTo>
                    <a:pt x="22" y="0"/>
                    <a:pt x="25" y="1"/>
                    <a:pt x="28" y="2"/>
                  </a:cubicBezTo>
                  <a:moveTo>
                    <a:pt x="30" y="19"/>
                  </a:moveTo>
                  <a:cubicBezTo>
                    <a:pt x="30" y="16"/>
                    <a:pt x="29" y="13"/>
                    <a:pt x="28" y="11"/>
                  </a:cubicBezTo>
                  <a:cubicBezTo>
                    <a:pt x="27" y="8"/>
                    <a:pt x="23" y="6"/>
                    <a:pt x="19" y="6"/>
                  </a:cubicBezTo>
                  <a:cubicBezTo>
                    <a:pt x="16" y="6"/>
                    <a:pt x="13" y="8"/>
                    <a:pt x="11" y="10"/>
                  </a:cubicBezTo>
                  <a:cubicBezTo>
                    <a:pt x="9" y="12"/>
                    <a:pt x="8" y="15"/>
                    <a:pt x="8" y="19"/>
                  </a:cubicBezTo>
                  <a:lnTo>
                    <a:pt x="30" y="1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nl-NL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nl-NL"/>
            </a:p>
          </p:txBody>
        </p:sp>
        <p:sp>
          <p:nvSpPr>
            <p:cNvPr id="88" name="Freeform 32"/>
            <p:cNvSpPr>
              <a:spLocks/>
            </p:cNvSpPr>
            <p:nvPr/>
          </p:nvSpPr>
          <p:spPr bwMode="auto">
            <a:xfrm>
              <a:off x="16514767" y="2867026"/>
              <a:ext cx="107950" cy="141288"/>
            </a:xfrm>
            <a:custGeom>
              <a:avLst/>
              <a:gdLst>
                <a:gd name="T0" fmla="*/ 6 w 34"/>
                <a:gd name="T1" fmla="*/ 30 h 44"/>
                <a:gd name="T2" fmla="*/ 8 w 34"/>
                <a:gd name="T3" fmla="*/ 35 h 44"/>
                <a:gd name="T4" fmla="*/ 18 w 34"/>
                <a:gd name="T5" fmla="*/ 39 h 44"/>
                <a:gd name="T6" fmla="*/ 24 w 34"/>
                <a:gd name="T7" fmla="*/ 37 h 44"/>
                <a:gd name="T8" fmla="*/ 28 w 34"/>
                <a:gd name="T9" fmla="*/ 32 h 44"/>
                <a:gd name="T10" fmla="*/ 25 w 34"/>
                <a:gd name="T11" fmla="*/ 28 h 44"/>
                <a:gd name="T12" fmla="*/ 19 w 34"/>
                <a:gd name="T13" fmla="*/ 26 h 44"/>
                <a:gd name="T14" fmla="*/ 13 w 34"/>
                <a:gd name="T15" fmla="*/ 24 h 44"/>
                <a:gd name="T16" fmla="*/ 5 w 34"/>
                <a:gd name="T17" fmla="*/ 21 h 44"/>
                <a:gd name="T18" fmla="*/ 1 w 34"/>
                <a:gd name="T19" fmla="*/ 13 h 44"/>
                <a:gd name="T20" fmla="*/ 5 w 34"/>
                <a:gd name="T21" fmla="*/ 4 h 44"/>
                <a:gd name="T22" fmla="*/ 17 w 34"/>
                <a:gd name="T23" fmla="*/ 0 h 44"/>
                <a:gd name="T24" fmla="*/ 30 w 34"/>
                <a:gd name="T25" fmla="*/ 6 h 44"/>
                <a:gd name="T26" fmla="*/ 33 w 34"/>
                <a:gd name="T27" fmla="*/ 13 h 44"/>
                <a:gd name="T28" fmla="*/ 26 w 34"/>
                <a:gd name="T29" fmla="*/ 13 h 44"/>
                <a:gd name="T30" fmla="*/ 25 w 34"/>
                <a:gd name="T31" fmla="*/ 9 h 44"/>
                <a:gd name="T32" fmla="*/ 16 w 34"/>
                <a:gd name="T33" fmla="*/ 6 h 44"/>
                <a:gd name="T34" fmla="*/ 10 w 34"/>
                <a:gd name="T35" fmla="*/ 8 h 44"/>
                <a:gd name="T36" fmla="*/ 8 w 34"/>
                <a:gd name="T37" fmla="*/ 12 h 44"/>
                <a:gd name="T38" fmla="*/ 11 w 34"/>
                <a:gd name="T39" fmla="*/ 16 h 44"/>
                <a:gd name="T40" fmla="*/ 15 w 34"/>
                <a:gd name="T41" fmla="*/ 18 h 44"/>
                <a:gd name="T42" fmla="*/ 20 w 34"/>
                <a:gd name="T43" fmla="*/ 19 h 44"/>
                <a:gd name="T44" fmla="*/ 30 w 34"/>
                <a:gd name="T45" fmla="*/ 22 h 44"/>
                <a:gd name="T46" fmla="*/ 34 w 34"/>
                <a:gd name="T47" fmla="*/ 31 h 44"/>
                <a:gd name="T48" fmla="*/ 30 w 34"/>
                <a:gd name="T49" fmla="*/ 40 h 44"/>
                <a:gd name="T50" fmla="*/ 17 w 34"/>
                <a:gd name="T51" fmla="*/ 44 h 44"/>
                <a:gd name="T52" fmla="*/ 4 w 34"/>
                <a:gd name="T53" fmla="*/ 40 h 44"/>
                <a:gd name="T54" fmla="*/ 0 w 34"/>
                <a:gd name="T55" fmla="*/ 30 h 44"/>
                <a:gd name="T56" fmla="*/ 6 w 34"/>
                <a:gd name="T57" fmla="*/ 3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4" h="44">
                  <a:moveTo>
                    <a:pt x="6" y="30"/>
                  </a:moveTo>
                  <a:cubicBezTo>
                    <a:pt x="7" y="32"/>
                    <a:pt x="7" y="34"/>
                    <a:pt x="8" y="35"/>
                  </a:cubicBezTo>
                  <a:cubicBezTo>
                    <a:pt x="10" y="37"/>
                    <a:pt x="13" y="39"/>
                    <a:pt x="18" y="39"/>
                  </a:cubicBezTo>
                  <a:cubicBezTo>
                    <a:pt x="20" y="39"/>
                    <a:pt x="22" y="38"/>
                    <a:pt x="24" y="37"/>
                  </a:cubicBezTo>
                  <a:cubicBezTo>
                    <a:pt x="27" y="36"/>
                    <a:pt x="28" y="34"/>
                    <a:pt x="28" y="32"/>
                  </a:cubicBezTo>
                  <a:cubicBezTo>
                    <a:pt x="28" y="30"/>
                    <a:pt x="27" y="28"/>
                    <a:pt x="25" y="28"/>
                  </a:cubicBezTo>
                  <a:cubicBezTo>
                    <a:pt x="24" y="27"/>
                    <a:pt x="22" y="26"/>
                    <a:pt x="19" y="26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0" y="23"/>
                    <a:pt x="7" y="22"/>
                    <a:pt x="5" y="21"/>
                  </a:cubicBezTo>
                  <a:cubicBezTo>
                    <a:pt x="2" y="19"/>
                    <a:pt x="1" y="17"/>
                    <a:pt x="1" y="13"/>
                  </a:cubicBezTo>
                  <a:cubicBezTo>
                    <a:pt x="1" y="9"/>
                    <a:pt x="2" y="6"/>
                    <a:pt x="5" y="4"/>
                  </a:cubicBezTo>
                  <a:cubicBezTo>
                    <a:pt x="8" y="1"/>
                    <a:pt x="12" y="0"/>
                    <a:pt x="17" y="0"/>
                  </a:cubicBezTo>
                  <a:cubicBezTo>
                    <a:pt x="23" y="0"/>
                    <a:pt x="28" y="2"/>
                    <a:pt x="30" y="6"/>
                  </a:cubicBezTo>
                  <a:cubicBezTo>
                    <a:pt x="32" y="8"/>
                    <a:pt x="33" y="11"/>
                    <a:pt x="33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2"/>
                    <a:pt x="26" y="10"/>
                    <a:pt x="25" y="9"/>
                  </a:cubicBezTo>
                  <a:cubicBezTo>
                    <a:pt x="23" y="7"/>
                    <a:pt x="20" y="6"/>
                    <a:pt x="16" y="6"/>
                  </a:cubicBezTo>
                  <a:cubicBezTo>
                    <a:pt x="13" y="6"/>
                    <a:pt x="11" y="7"/>
                    <a:pt x="10" y="8"/>
                  </a:cubicBezTo>
                  <a:cubicBezTo>
                    <a:pt x="9" y="9"/>
                    <a:pt x="8" y="10"/>
                    <a:pt x="8" y="12"/>
                  </a:cubicBezTo>
                  <a:cubicBezTo>
                    <a:pt x="8" y="13"/>
                    <a:pt x="9" y="15"/>
                    <a:pt x="11" y="16"/>
                  </a:cubicBezTo>
                  <a:cubicBezTo>
                    <a:pt x="12" y="17"/>
                    <a:pt x="13" y="17"/>
                    <a:pt x="15" y="18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25" y="20"/>
                    <a:pt x="29" y="21"/>
                    <a:pt x="30" y="22"/>
                  </a:cubicBezTo>
                  <a:cubicBezTo>
                    <a:pt x="33" y="24"/>
                    <a:pt x="34" y="27"/>
                    <a:pt x="34" y="31"/>
                  </a:cubicBezTo>
                  <a:cubicBezTo>
                    <a:pt x="34" y="35"/>
                    <a:pt x="33" y="38"/>
                    <a:pt x="30" y="40"/>
                  </a:cubicBezTo>
                  <a:cubicBezTo>
                    <a:pt x="27" y="43"/>
                    <a:pt x="23" y="44"/>
                    <a:pt x="17" y="44"/>
                  </a:cubicBezTo>
                  <a:cubicBezTo>
                    <a:pt x="11" y="44"/>
                    <a:pt x="6" y="43"/>
                    <a:pt x="4" y="40"/>
                  </a:cubicBezTo>
                  <a:cubicBezTo>
                    <a:pt x="1" y="37"/>
                    <a:pt x="0" y="34"/>
                    <a:pt x="0" y="30"/>
                  </a:cubicBezTo>
                  <a:lnTo>
                    <a:pt x="6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nl-NL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nl-NL"/>
            </a:p>
          </p:txBody>
        </p:sp>
      </p:grpSp>
      <p:sp>
        <p:nvSpPr>
          <p:cNvPr id="89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995362" y="5619202"/>
            <a:ext cx="10537825" cy="275612"/>
          </a:xfrm>
        </p:spPr>
        <p:txBody>
          <a:bodyPr tIns="0" bIns="0" anchor="b"/>
          <a:lstStyle>
            <a:lvl1pPr marL="0" indent="0" algn="l">
              <a:lnSpc>
                <a:spcPct val="100000"/>
              </a:lnSpc>
              <a:buNone/>
              <a:defRPr sz="1500">
                <a:solidFill>
                  <a:schemeClr val="bg1"/>
                </a:solidFill>
                <a:latin typeface="+mn-lt"/>
              </a:defRPr>
            </a:lvl1pPr>
            <a:lvl2pPr>
              <a:defRPr sz="2200">
                <a:solidFill>
                  <a:srgbClr val="000000"/>
                </a:solidFill>
              </a:defRPr>
            </a:lvl2pPr>
            <a:lvl3pPr>
              <a:defRPr sz="2200">
                <a:solidFill>
                  <a:srgbClr val="000000"/>
                </a:solidFill>
              </a:defRPr>
            </a:lvl3pPr>
            <a:lvl4pPr>
              <a:defRPr sz="2200">
                <a:solidFill>
                  <a:srgbClr val="000000"/>
                </a:solidFill>
              </a:defRPr>
            </a:lvl4pPr>
            <a:lvl5pPr>
              <a:defRPr sz="2200">
                <a:solidFill>
                  <a:srgbClr val="000000"/>
                </a:solidFill>
              </a:defRPr>
            </a:lvl5pPr>
          </a:lstStyle>
          <a:p>
            <a:pPr lvl="0"/>
            <a:r>
              <a:rPr lang="en-GB" noProof="0"/>
              <a:t>Click to edit presenter name</a:t>
            </a:r>
          </a:p>
        </p:txBody>
      </p:sp>
      <p:sp>
        <p:nvSpPr>
          <p:cNvPr id="103" name="Rectangle 104"/>
          <p:cNvSpPr>
            <a:spLocks noChangeArrowheads="1"/>
          </p:cNvSpPr>
          <p:nvPr userDrawn="1"/>
        </p:nvSpPr>
        <p:spPr bwMode="gray">
          <a:xfrm flipH="1">
            <a:off x="-3101343" y="3329475"/>
            <a:ext cx="3018790" cy="122773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txBody>
          <a:bodyPr wrap="square" lIns="180000" tIns="180000" rIns="180000" bIns="18000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1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</a:rPr>
              <a:t>INSERT TITLE HERE NOT MORE THAN 2 LINES OF TEXT</a:t>
            </a:r>
          </a:p>
        </p:txBody>
      </p:sp>
      <p:grpSp>
        <p:nvGrpSpPr>
          <p:cNvPr id="104" name="Group 103"/>
          <p:cNvGrpSpPr/>
          <p:nvPr userDrawn="1"/>
        </p:nvGrpSpPr>
        <p:grpSpPr>
          <a:xfrm>
            <a:off x="-3101342" y="3329475"/>
            <a:ext cx="3018791" cy="1227735"/>
            <a:chOff x="-460208" y="32235"/>
            <a:chExt cx="377657" cy="1227735"/>
          </a:xfrm>
        </p:grpSpPr>
        <p:cxnSp>
          <p:nvCxnSpPr>
            <p:cNvPr id="105" name="Straight Connector 104"/>
            <p:cNvCxnSpPr/>
            <p:nvPr userDrawn="1"/>
          </p:nvCxnSpPr>
          <p:spPr bwMode="gray">
            <a:xfrm flipH="1">
              <a:off x="-460208" y="1259970"/>
              <a:ext cx="377657" cy="0"/>
            </a:xfrm>
            <a:prstGeom prst="line">
              <a:avLst/>
            </a:prstGeom>
            <a:noFill/>
            <a:ln w="6350" cap="flat" cmpd="sng" algn="ctr">
              <a:solidFill>
                <a:srgbClr val="FF0000"/>
              </a:solidFill>
              <a:prstDash val="dash"/>
              <a:miter lim="800000"/>
            </a:ln>
            <a:effectLst/>
          </p:spPr>
        </p:cxnSp>
        <p:cxnSp>
          <p:nvCxnSpPr>
            <p:cNvPr id="106" name="Straight Connector 105"/>
            <p:cNvCxnSpPr/>
            <p:nvPr userDrawn="1"/>
          </p:nvCxnSpPr>
          <p:spPr bwMode="gray">
            <a:xfrm flipH="1">
              <a:off x="-460208" y="32235"/>
              <a:ext cx="377657" cy="0"/>
            </a:xfrm>
            <a:prstGeom prst="line">
              <a:avLst/>
            </a:prstGeom>
            <a:noFill/>
            <a:ln w="6350" cap="flat" cmpd="sng" algn="ctr">
              <a:solidFill>
                <a:srgbClr val="FF0000"/>
              </a:solidFill>
              <a:prstDash val="dash"/>
              <a:miter lim="800000"/>
            </a:ln>
            <a:effectLst/>
          </p:spPr>
        </p:cxnSp>
      </p:grpSp>
      <p:grpSp>
        <p:nvGrpSpPr>
          <p:cNvPr id="107" name="Group 106"/>
          <p:cNvGrpSpPr/>
          <p:nvPr userDrawn="1"/>
        </p:nvGrpSpPr>
        <p:grpSpPr>
          <a:xfrm>
            <a:off x="-3101342" y="4680750"/>
            <a:ext cx="3018791" cy="729450"/>
            <a:chOff x="-460208" y="32235"/>
            <a:chExt cx="377657" cy="729450"/>
          </a:xfrm>
        </p:grpSpPr>
        <p:cxnSp>
          <p:nvCxnSpPr>
            <p:cNvPr id="108" name="Straight Connector 107"/>
            <p:cNvCxnSpPr/>
            <p:nvPr userDrawn="1"/>
          </p:nvCxnSpPr>
          <p:spPr bwMode="gray">
            <a:xfrm flipH="1">
              <a:off x="-460208" y="761685"/>
              <a:ext cx="377657" cy="0"/>
            </a:xfrm>
            <a:prstGeom prst="line">
              <a:avLst/>
            </a:prstGeom>
            <a:noFill/>
            <a:ln w="6350" cap="flat" cmpd="sng" algn="ctr">
              <a:solidFill>
                <a:srgbClr val="FF0000"/>
              </a:solidFill>
              <a:prstDash val="dash"/>
              <a:miter lim="800000"/>
            </a:ln>
            <a:effectLst/>
          </p:spPr>
        </p:cxnSp>
        <p:cxnSp>
          <p:nvCxnSpPr>
            <p:cNvPr id="109" name="Straight Connector 108"/>
            <p:cNvCxnSpPr/>
            <p:nvPr userDrawn="1"/>
          </p:nvCxnSpPr>
          <p:spPr bwMode="gray">
            <a:xfrm flipH="1">
              <a:off x="-460208" y="32235"/>
              <a:ext cx="377657" cy="0"/>
            </a:xfrm>
            <a:prstGeom prst="line">
              <a:avLst/>
            </a:prstGeom>
            <a:noFill/>
            <a:ln w="6350" cap="flat" cmpd="sng" algn="ctr">
              <a:solidFill>
                <a:srgbClr val="FF0000"/>
              </a:solidFill>
              <a:prstDash val="dash"/>
              <a:miter lim="800000"/>
            </a:ln>
            <a:effectLst/>
          </p:spPr>
        </p:cxnSp>
      </p:grpSp>
      <p:grpSp>
        <p:nvGrpSpPr>
          <p:cNvPr id="111" name="Group 110"/>
          <p:cNvGrpSpPr/>
          <p:nvPr userDrawn="1"/>
        </p:nvGrpSpPr>
        <p:grpSpPr>
          <a:xfrm>
            <a:off x="-3101342" y="5619202"/>
            <a:ext cx="3018791" cy="282149"/>
            <a:chOff x="-460208" y="479536"/>
            <a:chExt cx="377657" cy="282149"/>
          </a:xfrm>
        </p:grpSpPr>
        <p:cxnSp>
          <p:nvCxnSpPr>
            <p:cNvPr id="112" name="Straight Connector 111"/>
            <p:cNvCxnSpPr/>
            <p:nvPr userDrawn="1"/>
          </p:nvCxnSpPr>
          <p:spPr bwMode="gray">
            <a:xfrm flipH="1">
              <a:off x="-460208" y="761685"/>
              <a:ext cx="377657" cy="0"/>
            </a:xfrm>
            <a:prstGeom prst="line">
              <a:avLst/>
            </a:prstGeom>
            <a:noFill/>
            <a:ln w="6350" cap="flat" cmpd="sng" algn="ctr">
              <a:solidFill>
                <a:srgbClr val="FF0000"/>
              </a:solidFill>
              <a:prstDash val="dash"/>
              <a:miter lim="800000"/>
            </a:ln>
            <a:effectLst/>
          </p:spPr>
        </p:cxnSp>
        <p:cxnSp>
          <p:nvCxnSpPr>
            <p:cNvPr id="113" name="Straight Connector 112"/>
            <p:cNvCxnSpPr/>
            <p:nvPr userDrawn="1"/>
          </p:nvCxnSpPr>
          <p:spPr bwMode="gray">
            <a:xfrm flipH="1">
              <a:off x="-460208" y="479536"/>
              <a:ext cx="377657" cy="0"/>
            </a:xfrm>
            <a:prstGeom prst="line">
              <a:avLst/>
            </a:prstGeom>
            <a:noFill/>
            <a:ln w="6350" cap="flat" cmpd="sng" algn="ctr">
              <a:solidFill>
                <a:srgbClr val="FF0000"/>
              </a:solidFill>
              <a:prstDash val="dash"/>
              <a:miter lim="800000"/>
            </a:ln>
            <a:effectLst/>
          </p:spPr>
        </p:cxnSp>
      </p:grpSp>
      <p:sp>
        <p:nvSpPr>
          <p:cNvPr id="115" name="Rectangle 104"/>
          <p:cNvSpPr>
            <a:spLocks noChangeArrowheads="1"/>
          </p:cNvSpPr>
          <p:nvPr userDrawn="1"/>
        </p:nvSpPr>
        <p:spPr bwMode="gray">
          <a:xfrm flipH="1">
            <a:off x="-3101345" y="5908482"/>
            <a:ext cx="3018793" cy="307429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txBody>
          <a:bodyPr wrap="square" lIns="180000" tIns="180000" rIns="180000" bIns="18000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1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</a:rPr>
              <a:t>INSERT LOCATION, DATE (ONE LINE)</a:t>
            </a:r>
          </a:p>
        </p:txBody>
      </p:sp>
      <p:grpSp>
        <p:nvGrpSpPr>
          <p:cNvPr id="116" name="Group 115"/>
          <p:cNvGrpSpPr/>
          <p:nvPr userDrawn="1"/>
        </p:nvGrpSpPr>
        <p:grpSpPr>
          <a:xfrm>
            <a:off x="-3101342" y="5908483"/>
            <a:ext cx="3018791" cy="282149"/>
            <a:chOff x="-460208" y="479536"/>
            <a:chExt cx="377657" cy="282149"/>
          </a:xfrm>
        </p:grpSpPr>
        <p:cxnSp>
          <p:nvCxnSpPr>
            <p:cNvPr id="117" name="Straight Connector 116"/>
            <p:cNvCxnSpPr/>
            <p:nvPr userDrawn="1"/>
          </p:nvCxnSpPr>
          <p:spPr bwMode="gray">
            <a:xfrm flipH="1">
              <a:off x="-460208" y="761685"/>
              <a:ext cx="377657" cy="0"/>
            </a:xfrm>
            <a:prstGeom prst="line">
              <a:avLst/>
            </a:prstGeom>
            <a:noFill/>
            <a:ln w="6350" cap="flat" cmpd="sng" algn="ctr">
              <a:solidFill>
                <a:srgbClr val="FF0000"/>
              </a:solidFill>
              <a:prstDash val="dash"/>
              <a:miter lim="800000"/>
            </a:ln>
            <a:effectLst/>
          </p:spPr>
        </p:cxnSp>
        <p:cxnSp>
          <p:nvCxnSpPr>
            <p:cNvPr id="118" name="Straight Connector 117"/>
            <p:cNvCxnSpPr/>
            <p:nvPr userDrawn="1"/>
          </p:nvCxnSpPr>
          <p:spPr bwMode="gray">
            <a:xfrm flipH="1">
              <a:off x="-460208" y="479536"/>
              <a:ext cx="377657" cy="0"/>
            </a:xfrm>
            <a:prstGeom prst="line">
              <a:avLst/>
            </a:prstGeom>
            <a:noFill/>
            <a:ln w="6350" cap="flat" cmpd="sng" algn="ctr">
              <a:solidFill>
                <a:srgbClr val="FF0000"/>
              </a:solidFill>
              <a:prstDash val="dash"/>
              <a:miter lim="800000"/>
            </a:ln>
            <a:effectLst/>
          </p:spPr>
        </p:cxnSp>
      </p:grpSp>
      <p:grpSp>
        <p:nvGrpSpPr>
          <p:cNvPr id="119" name="Group 118"/>
          <p:cNvGrpSpPr/>
          <p:nvPr userDrawn="1"/>
        </p:nvGrpSpPr>
        <p:grpSpPr>
          <a:xfrm>
            <a:off x="12263438" y="0"/>
            <a:ext cx="3681702" cy="3436620"/>
            <a:chOff x="12263438" y="0"/>
            <a:chExt cx="3681702" cy="3436620"/>
          </a:xfrm>
        </p:grpSpPr>
        <p:sp>
          <p:nvSpPr>
            <p:cNvPr id="120" name="Rectangle 104"/>
            <p:cNvSpPr>
              <a:spLocks noChangeArrowheads="1"/>
            </p:cNvSpPr>
            <p:nvPr userDrawn="1"/>
          </p:nvSpPr>
          <p:spPr bwMode="gray">
            <a:xfrm>
              <a:off x="12263438" y="0"/>
              <a:ext cx="3681702" cy="3436620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  <a:effectLst/>
          </p:spPr>
          <p:txBody>
            <a:bodyPr wrap="square" lIns="180000" tIns="180000" rIns="180000" bIns="180000" anchor="ctr">
              <a:noAutofit/>
            </a:bodyPr>
            <a:lstStyle/>
            <a:p>
              <a:endParaRPr lang="en-GB" sz="1000" noProof="0">
                <a:solidFill>
                  <a:schemeClr val="tx1"/>
                </a:solidFill>
              </a:endParaRPr>
            </a:p>
          </p:txBody>
        </p:sp>
        <p:sp>
          <p:nvSpPr>
            <p:cNvPr id="121" name="Rectangle 105"/>
            <p:cNvSpPr>
              <a:spLocks noChangeArrowheads="1"/>
            </p:cNvSpPr>
            <p:nvPr userDrawn="1"/>
          </p:nvSpPr>
          <p:spPr bwMode="gray">
            <a:xfrm>
              <a:off x="14195425" y="601407"/>
              <a:ext cx="215900" cy="215228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GB" sz="1000">
                <a:solidFill>
                  <a:schemeClr val="tx1"/>
                </a:solidFill>
              </a:endParaRPr>
            </a:p>
          </p:txBody>
        </p:sp>
        <p:sp>
          <p:nvSpPr>
            <p:cNvPr id="122" name="Rectangle 106"/>
            <p:cNvSpPr>
              <a:spLocks noChangeArrowheads="1"/>
            </p:cNvSpPr>
            <p:nvPr userDrawn="1"/>
          </p:nvSpPr>
          <p:spPr bwMode="gray">
            <a:xfrm>
              <a:off x="14485938" y="601407"/>
              <a:ext cx="1368000" cy="258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Grey </a:t>
              </a:r>
            </a:p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RGB = 244, 244, 244</a:t>
              </a:r>
            </a:p>
          </p:txBody>
        </p:sp>
        <p:sp>
          <p:nvSpPr>
            <p:cNvPr id="123" name="Rectangle 107"/>
            <p:cNvSpPr>
              <a:spLocks noChangeArrowheads="1"/>
            </p:cNvSpPr>
            <p:nvPr userDrawn="1"/>
          </p:nvSpPr>
          <p:spPr bwMode="gray">
            <a:xfrm>
              <a:off x="14195425" y="922551"/>
              <a:ext cx="215900" cy="21522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GB" sz="1000">
                <a:solidFill>
                  <a:schemeClr val="tx1"/>
                </a:solidFill>
              </a:endParaRPr>
            </a:p>
          </p:txBody>
        </p:sp>
        <p:sp>
          <p:nvSpPr>
            <p:cNvPr id="124" name="Rectangle 108"/>
            <p:cNvSpPr>
              <a:spLocks noChangeArrowheads="1"/>
            </p:cNvSpPr>
            <p:nvPr userDrawn="1"/>
          </p:nvSpPr>
          <p:spPr bwMode="gray">
            <a:xfrm>
              <a:off x="14485938" y="922551"/>
              <a:ext cx="1368000" cy="258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Text Colour</a:t>
              </a:r>
            </a:p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RGB = 112, 111, 111</a:t>
              </a:r>
            </a:p>
          </p:txBody>
        </p:sp>
        <p:sp>
          <p:nvSpPr>
            <p:cNvPr id="125" name="Rectangle 113"/>
            <p:cNvSpPr>
              <a:spLocks noChangeArrowheads="1"/>
            </p:cNvSpPr>
            <p:nvPr userDrawn="1"/>
          </p:nvSpPr>
          <p:spPr bwMode="gray">
            <a:xfrm>
              <a:off x="12427995" y="150750"/>
              <a:ext cx="1692000" cy="1491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200" b="1">
                  <a:solidFill>
                    <a:schemeClr val="tx1"/>
                  </a:solidFill>
                  <a:latin typeface="+mj-lt"/>
                </a:rPr>
                <a:t>COLOUR GUIDELINES</a:t>
              </a:r>
            </a:p>
          </p:txBody>
        </p:sp>
        <p:sp>
          <p:nvSpPr>
            <p:cNvPr id="126" name="Rectangle 109"/>
            <p:cNvSpPr>
              <a:spLocks noChangeArrowheads="1"/>
            </p:cNvSpPr>
            <p:nvPr/>
          </p:nvSpPr>
          <p:spPr bwMode="gray">
            <a:xfrm>
              <a:off x="14195425" y="1466973"/>
              <a:ext cx="215900" cy="21522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GB" sz="1000">
                <a:solidFill>
                  <a:schemeClr val="tx1"/>
                </a:solidFill>
              </a:endParaRPr>
            </a:p>
          </p:txBody>
        </p:sp>
        <p:sp>
          <p:nvSpPr>
            <p:cNvPr id="127" name="Rectangle 110"/>
            <p:cNvSpPr>
              <a:spLocks noChangeArrowheads="1"/>
            </p:cNvSpPr>
            <p:nvPr/>
          </p:nvSpPr>
          <p:spPr bwMode="gray">
            <a:xfrm>
              <a:off x="14485938" y="1466973"/>
              <a:ext cx="1368000" cy="258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Blue Tint 2</a:t>
              </a:r>
            </a:p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RGB = 0, 105, 180</a:t>
              </a:r>
            </a:p>
          </p:txBody>
        </p:sp>
        <p:sp>
          <p:nvSpPr>
            <p:cNvPr id="128" name="Rectangle 111"/>
            <p:cNvSpPr>
              <a:spLocks noChangeArrowheads="1"/>
            </p:cNvSpPr>
            <p:nvPr/>
          </p:nvSpPr>
          <p:spPr bwMode="gray">
            <a:xfrm>
              <a:off x="14195425" y="1785022"/>
              <a:ext cx="215900" cy="21522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GB" sz="1000">
                <a:solidFill>
                  <a:schemeClr val="tx1"/>
                </a:solidFill>
              </a:endParaRPr>
            </a:p>
          </p:txBody>
        </p:sp>
        <p:sp>
          <p:nvSpPr>
            <p:cNvPr id="129" name="Rectangle 112"/>
            <p:cNvSpPr>
              <a:spLocks noChangeArrowheads="1"/>
            </p:cNvSpPr>
            <p:nvPr/>
          </p:nvSpPr>
          <p:spPr bwMode="gray">
            <a:xfrm>
              <a:off x="14485938" y="1785022"/>
              <a:ext cx="1368000" cy="258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Blue Tint 4</a:t>
              </a:r>
            </a:p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RGB = 0, 149, 219 </a:t>
              </a:r>
            </a:p>
          </p:txBody>
        </p:sp>
        <p:sp>
          <p:nvSpPr>
            <p:cNvPr id="130" name="Rectangle 113"/>
            <p:cNvSpPr>
              <a:spLocks noChangeArrowheads="1"/>
            </p:cNvSpPr>
            <p:nvPr userDrawn="1"/>
          </p:nvSpPr>
          <p:spPr bwMode="gray">
            <a:xfrm>
              <a:off x="12427995" y="1259970"/>
              <a:ext cx="1692000" cy="1491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 b="1">
                  <a:solidFill>
                    <a:schemeClr val="tx1"/>
                  </a:solidFill>
                  <a:latin typeface="+mj-lt"/>
                </a:rPr>
                <a:t>SECONDARY COLOURS (SC)</a:t>
              </a:r>
            </a:p>
          </p:txBody>
        </p:sp>
        <p:sp>
          <p:nvSpPr>
            <p:cNvPr id="131" name="Rectangle 105"/>
            <p:cNvSpPr>
              <a:spLocks noChangeArrowheads="1"/>
            </p:cNvSpPr>
            <p:nvPr userDrawn="1"/>
          </p:nvSpPr>
          <p:spPr bwMode="gray">
            <a:xfrm>
              <a:off x="12427995" y="601407"/>
              <a:ext cx="215900" cy="21522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GB" sz="1000">
                <a:solidFill>
                  <a:schemeClr val="tx1"/>
                </a:solidFill>
              </a:endParaRPr>
            </a:p>
          </p:txBody>
        </p:sp>
        <p:sp>
          <p:nvSpPr>
            <p:cNvPr id="132" name="Rectangle 106"/>
            <p:cNvSpPr>
              <a:spLocks noChangeArrowheads="1"/>
            </p:cNvSpPr>
            <p:nvPr userDrawn="1"/>
          </p:nvSpPr>
          <p:spPr bwMode="gray">
            <a:xfrm>
              <a:off x="12718508" y="601407"/>
              <a:ext cx="1368000" cy="258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Levi 9 Blue </a:t>
              </a:r>
            </a:p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RGB =20, 52, 160</a:t>
              </a:r>
            </a:p>
          </p:txBody>
        </p:sp>
        <p:sp>
          <p:nvSpPr>
            <p:cNvPr id="133" name="Rectangle 107"/>
            <p:cNvSpPr>
              <a:spLocks noChangeArrowheads="1"/>
            </p:cNvSpPr>
            <p:nvPr userDrawn="1"/>
          </p:nvSpPr>
          <p:spPr bwMode="gray">
            <a:xfrm>
              <a:off x="12427995" y="922551"/>
              <a:ext cx="215900" cy="2152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GB" sz="1000">
                <a:solidFill>
                  <a:schemeClr val="tx1"/>
                </a:solidFill>
              </a:endParaRPr>
            </a:p>
          </p:txBody>
        </p:sp>
        <p:sp>
          <p:nvSpPr>
            <p:cNvPr id="134" name="Rectangle 108"/>
            <p:cNvSpPr>
              <a:spLocks noChangeArrowheads="1"/>
            </p:cNvSpPr>
            <p:nvPr userDrawn="1"/>
          </p:nvSpPr>
          <p:spPr bwMode="gray">
            <a:xfrm>
              <a:off x="12718508" y="922551"/>
              <a:ext cx="1368000" cy="258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White </a:t>
              </a:r>
            </a:p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RGB = 255, 255, 255</a:t>
              </a:r>
            </a:p>
          </p:txBody>
        </p:sp>
        <p:sp>
          <p:nvSpPr>
            <p:cNvPr id="135" name="Rectangle 109"/>
            <p:cNvSpPr>
              <a:spLocks noChangeArrowheads="1"/>
            </p:cNvSpPr>
            <p:nvPr userDrawn="1"/>
          </p:nvSpPr>
          <p:spPr bwMode="gray">
            <a:xfrm>
              <a:off x="12427995" y="1466973"/>
              <a:ext cx="215900" cy="21522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GB" sz="1000">
                <a:solidFill>
                  <a:schemeClr val="tx1"/>
                </a:solidFill>
              </a:endParaRPr>
            </a:p>
          </p:txBody>
        </p:sp>
        <p:sp>
          <p:nvSpPr>
            <p:cNvPr id="136" name="Rectangle 110"/>
            <p:cNvSpPr>
              <a:spLocks noChangeArrowheads="1"/>
            </p:cNvSpPr>
            <p:nvPr userDrawn="1"/>
          </p:nvSpPr>
          <p:spPr bwMode="gray">
            <a:xfrm>
              <a:off x="12718508" y="1466973"/>
              <a:ext cx="1368000" cy="258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Blue Tint 1 </a:t>
              </a:r>
            </a:p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RGB = 0, 79, 159</a:t>
              </a:r>
            </a:p>
          </p:txBody>
        </p:sp>
        <p:sp>
          <p:nvSpPr>
            <p:cNvPr id="137" name="Rectangle 111"/>
            <p:cNvSpPr>
              <a:spLocks noChangeArrowheads="1"/>
            </p:cNvSpPr>
            <p:nvPr userDrawn="1"/>
          </p:nvSpPr>
          <p:spPr bwMode="gray">
            <a:xfrm>
              <a:off x="12427995" y="1785022"/>
              <a:ext cx="215900" cy="21522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GB" sz="1000">
                <a:solidFill>
                  <a:schemeClr val="tx1"/>
                </a:solidFill>
              </a:endParaRPr>
            </a:p>
          </p:txBody>
        </p:sp>
        <p:sp>
          <p:nvSpPr>
            <p:cNvPr id="138" name="Rectangle 112"/>
            <p:cNvSpPr>
              <a:spLocks noChangeArrowheads="1"/>
            </p:cNvSpPr>
            <p:nvPr userDrawn="1"/>
          </p:nvSpPr>
          <p:spPr bwMode="gray">
            <a:xfrm>
              <a:off x="12718508" y="1785022"/>
              <a:ext cx="1368000" cy="258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Blue Tint 3 </a:t>
              </a:r>
            </a:p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RGB = 0, 128, 201</a:t>
              </a:r>
            </a:p>
          </p:txBody>
        </p:sp>
        <p:sp>
          <p:nvSpPr>
            <p:cNvPr id="139" name="Rectangle 113"/>
            <p:cNvSpPr>
              <a:spLocks noChangeArrowheads="1"/>
            </p:cNvSpPr>
            <p:nvPr userDrawn="1"/>
          </p:nvSpPr>
          <p:spPr bwMode="gray">
            <a:xfrm>
              <a:off x="12427995" y="406530"/>
              <a:ext cx="1692000" cy="1491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 b="1">
                  <a:solidFill>
                    <a:schemeClr val="tx1"/>
                  </a:solidFill>
                  <a:latin typeface="+mj-lt"/>
                </a:rPr>
                <a:t>PRIMARY COLOURS (PC)</a:t>
              </a:r>
            </a:p>
          </p:txBody>
        </p:sp>
        <p:sp>
          <p:nvSpPr>
            <p:cNvPr id="140" name="Rectangle 139"/>
            <p:cNvSpPr>
              <a:spLocks noChangeArrowheads="1"/>
            </p:cNvSpPr>
            <p:nvPr userDrawn="1"/>
          </p:nvSpPr>
          <p:spPr bwMode="gray">
            <a:xfrm>
              <a:off x="14195425" y="2381373"/>
              <a:ext cx="215900" cy="215228"/>
            </a:xfrm>
            <a:prstGeom prst="rect">
              <a:avLst/>
            </a:prstGeom>
            <a:solidFill>
              <a:srgbClr val="FFD203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GB" sz="1000">
                <a:solidFill>
                  <a:schemeClr val="tx1"/>
                </a:solidFill>
              </a:endParaRPr>
            </a:p>
          </p:txBody>
        </p:sp>
        <p:sp>
          <p:nvSpPr>
            <p:cNvPr id="141" name="Rectangle 140"/>
            <p:cNvSpPr>
              <a:spLocks noChangeArrowheads="1"/>
            </p:cNvSpPr>
            <p:nvPr userDrawn="1"/>
          </p:nvSpPr>
          <p:spPr bwMode="gray">
            <a:xfrm>
              <a:off x="14485938" y="2381373"/>
              <a:ext cx="1368000" cy="258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Pale</a:t>
              </a:r>
            </a:p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RGB = 255, 210, 3</a:t>
              </a:r>
            </a:p>
          </p:txBody>
        </p:sp>
        <p:sp>
          <p:nvSpPr>
            <p:cNvPr id="142" name="Rectangle 141"/>
            <p:cNvSpPr>
              <a:spLocks noChangeArrowheads="1"/>
            </p:cNvSpPr>
            <p:nvPr userDrawn="1"/>
          </p:nvSpPr>
          <p:spPr bwMode="gray">
            <a:xfrm>
              <a:off x="14195425" y="2699422"/>
              <a:ext cx="215900" cy="215228"/>
            </a:xfrm>
            <a:prstGeom prst="rect">
              <a:avLst/>
            </a:prstGeom>
            <a:solidFill>
              <a:srgbClr val="FF7D77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GB" sz="1000">
                <a:solidFill>
                  <a:schemeClr val="tx1"/>
                </a:solidFill>
              </a:endParaRPr>
            </a:p>
          </p:txBody>
        </p:sp>
        <p:sp>
          <p:nvSpPr>
            <p:cNvPr id="143" name="Rectangle 142"/>
            <p:cNvSpPr>
              <a:spLocks noChangeArrowheads="1"/>
            </p:cNvSpPr>
            <p:nvPr userDrawn="1"/>
          </p:nvSpPr>
          <p:spPr bwMode="gray">
            <a:xfrm>
              <a:off x="14485938" y="2699422"/>
              <a:ext cx="1368000" cy="258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Pink</a:t>
              </a:r>
            </a:p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RGB = 255, 125, 119 </a:t>
              </a:r>
            </a:p>
          </p:txBody>
        </p:sp>
        <p:sp>
          <p:nvSpPr>
            <p:cNvPr id="144" name="Rectangle 143"/>
            <p:cNvSpPr>
              <a:spLocks noChangeArrowheads="1"/>
            </p:cNvSpPr>
            <p:nvPr userDrawn="1"/>
          </p:nvSpPr>
          <p:spPr bwMode="gray">
            <a:xfrm>
              <a:off x="12427995" y="2174370"/>
              <a:ext cx="1692000" cy="1491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 b="1">
                  <a:solidFill>
                    <a:schemeClr val="tx1"/>
                  </a:solidFill>
                  <a:latin typeface="+mj-lt"/>
                </a:rPr>
                <a:t>TERTIARY COLOURS (TC)</a:t>
              </a:r>
            </a:p>
          </p:txBody>
        </p:sp>
        <p:sp>
          <p:nvSpPr>
            <p:cNvPr id="145" name="Rectangle 109"/>
            <p:cNvSpPr>
              <a:spLocks noChangeArrowheads="1"/>
            </p:cNvSpPr>
            <p:nvPr userDrawn="1"/>
          </p:nvSpPr>
          <p:spPr bwMode="gray">
            <a:xfrm>
              <a:off x="12427995" y="2381373"/>
              <a:ext cx="215900" cy="215228"/>
            </a:xfrm>
            <a:prstGeom prst="rect">
              <a:avLst/>
            </a:prstGeom>
            <a:solidFill>
              <a:srgbClr val="F6FF00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GB" sz="1000">
                <a:solidFill>
                  <a:schemeClr val="tx1"/>
                </a:solidFill>
              </a:endParaRPr>
            </a:p>
          </p:txBody>
        </p:sp>
        <p:sp>
          <p:nvSpPr>
            <p:cNvPr id="146" name="Rectangle 110"/>
            <p:cNvSpPr>
              <a:spLocks noChangeArrowheads="1"/>
            </p:cNvSpPr>
            <p:nvPr userDrawn="1"/>
          </p:nvSpPr>
          <p:spPr bwMode="gray">
            <a:xfrm>
              <a:off x="12718508" y="2381373"/>
              <a:ext cx="1368000" cy="258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Yellow</a:t>
              </a:r>
            </a:p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RGB = 246, 255, 0</a:t>
              </a:r>
            </a:p>
          </p:txBody>
        </p:sp>
        <p:sp>
          <p:nvSpPr>
            <p:cNvPr id="147" name="Rectangle 111"/>
            <p:cNvSpPr>
              <a:spLocks noChangeArrowheads="1"/>
            </p:cNvSpPr>
            <p:nvPr userDrawn="1"/>
          </p:nvSpPr>
          <p:spPr bwMode="gray">
            <a:xfrm>
              <a:off x="12427995" y="2699422"/>
              <a:ext cx="215900" cy="215228"/>
            </a:xfrm>
            <a:prstGeom prst="rect">
              <a:avLst/>
            </a:prstGeom>
            <a:solidFill>
              <a:srgbClr val="FF6608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GB" sz="1000">
                <a:solidFill>
                  <a:schemeClr val="tx1"/>
                </a:solidFill>
              </a:endParaRPr>
            </a:p>
          </p:txBody>
        </p:sp>
        <p:sp>
          <p:nvSpPr>
            <p:cNvPr id="148" name="Rectangle 112"/>
            <p:cNvSpPr>
              <a:spLocks noChangeArrowheads="1"/>
            </p:cNvSpPr>
            <p:nvPr userDrawn="1"/>
          </p:nvSpPr>
          <p:spPr bwMode="gray">
            <a:xfrm>
              <a:off x="12718508" y="2699422"/>
              <a:ext cx="1368000" cy="258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Orange</a:t>
              </a:r>
            </a:p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RGB = 255, 102, 8</a:t>
              </a:r>
            </a:p>
          </p:txBody>
        </p:sp>
        <p:sp>
          <p:nvSpPr>
            <p:cNvPr id="149" name="Rectangle 148"/>
            <p:cNvSpPr>
              <a:spLocks noChangeArrowheads="1"/>
            </p:cNvSpPr>
            <p:nvPr userDrawn="1"/>
          </p:nvSpPr>
          <p:spPr bwMode="gray">
            <a:xfrm>
              <a:off x="14195425" y="3042322"/>
              <a:ext cx="215900" cy="215228"/>
            </a:xfrm>
            <a:prstGeom prst="rect">
              <a:avLst/>
            </a:prstGeom>
            <a:solidFill>
              <a:srgbClr val="009892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GB" sz="1000">
                <a:solidFill>
                  <a:schemeClr val="tx1"/>
                </a:solidFill>
              </a:endParaRPr>
            </a:p>
          </p:txBody>
        </p:sp>
        <p:sp>
          <p:nvSpPr>
            <p:cNvPr id="150" name="Rectangle 149"/>
            <p:cNvSpPr>
              <a:spLocks noChangeArrowheads="1"/>
            </p:cNvSpPr>
            <p:nvPr userDrawn="1"/>
          </p:nvSpPr>
          <p:spPr bwMode="gray">
            <a:xfrm>
              <a:off x="14485938" y="3042322"/>
              <a:ext cx="1368000" cy="258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Teal</a:t>
              </a:r>
            </a:p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RGB = 0, 152, 146</a:t>
              </a:r>
            </a:p>
          </p:txBody>
        </p:sp>
        <p:sp>
          <p:nvSpPr>
            <p:cNvPr id="151" name="Rectangle 111"/>
            <p:cNvSpPr>
              <a:spLocks noChangeArrowheads="1"/>
            </p:cNvSpPr>
            <p:nvPr userDrawn="1"/>
          </p:nvSpPr>
          <p:spPr bwMode="gray">
            <a:xfrm>
              <a:off x="12427995" y="3042322"/>
              <a:ext cx="215900" cy="215228"/>
            </a:xfrm>
            <a:prstGeom prst="rect">
              <a:avLst/>
            </a:prstGeom>
            <a:solidFill>
              <a:srgbClr val="00A13A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GB" sz="1000">
                <a:solidFill>
                  <a:schemeClr val="tx1"/>
                </a:solidFill>
              </a:endParaRPr>
            </a:p>
          </p:txBody>
        </p:sp>
        <p:sp>
          <p:nvSpPr>
            <p:cNvPr id="152" name="Rectangle 112"/>
            <p:cNvSpPr>
              <a:spLocks noChangeArrowheads="1"/>
            </p:cNvSpPr>
            <p:nvPr userDrawn="1"/>
          </p:nvSpPr>
          <p:spPr bwMode="gray">
            <a:xfrm>
              <a:off x="12718508" y="3042322"/>
              <a:ext cx="1368000" cy="258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Green</a:t>
              </a:r>
            </a:p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RGB = 0, 161, 58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167354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 Text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>
          <a:xfrm>
            <a:off x="658451" y="1544638"/>
            <a:ext cx="10874738" cy="4475162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GB" noProof="0"/>
              <a:t>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351371" y="6372229"/>
            <a:ext cx="272256" cy="18811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 b="1">
                <a:solidFill>
                  <a:schemeClr val="tx2"/>
                </a:solidFill>
                <a:latin typeface="+mj-lt"/>
              </a:defRPr>
            </a:lvl1pPr>
          </a:lstStyle>
          <a:p>
            <a:fld id="{DDD2A080-DA64-4F5C-9131-47EB793B441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Footer Placeholder 34"/>
          <p:cNvSpPr>
            <a:spLocks noGrp="1"/>
          </p:cNvSpPr>
          <p:nvPr>
            <p:ph type="ftr" sz="quarter" idx="3"/>
          </p:nvPr>
        </p:nvSpPr>
        <p:spPr>
          <a:xfrm>
            <a:off x="673690" y="6370641"/>
            <a:ext cx="8912269" cy="189708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232400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ue Quot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104"/>
          <p:cNvSpPr>
            <a:spLocks noChangeArrowheads="1"/>
          </p:cNvSpPr>
          <p:nvPr userDrawn="1"/>
        </p:nvSpPr>
        <p:spPr bwMode="gray">
          <a:xfrm flipH="1">
            <a:off x="-3687885" y="0"/>
            <a:ext cx="19633024" cy="685420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72000" tIns="180000" rIns="72000" bIns="18000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endParaRPr kumimoji="0" lang="en-GB" altLang="en-US" sz="1200" b="1" i="0" u="none" strike="noStrike" kern="0" cap="none" spc="0" normalizeH="0" baseline="0" noProof="0">
              <a:ln>
                <a:noFill/>
              </a:ln>
              <a:solidFill>
                <a:srgbClr val="FDFDFD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30" name="Rectangle 29"/>
          <p:cNvSpPr/>
          <p:nvPr userDrawn="1"/>
        </p:nvSpPr>
        <p:spPr>
          <a:xfrm>
            <a:off x="334962" y="333375"/>
            <a:ext cx="5761038" cy="6191250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nl-NL" sz="1600" err="1">
              <a:solidFill>
                <a:schemeClr val="tx1"/>
              </a:solidFill>
            </a:endParaRPr>
          </a:p>
        </p:txBody>
      </p:sp>
      <p:sp>
        <p:nvSpPr>
          <p:cNvPr id="32" name="Title 1"/>
          <p:cNvSpPr txBox="1">
            <a:spLocks/>
          </p:cNvSpPr>
          <p:nvPr userDrawn="1"/>
        </p:nvSpPr>
        <p:spPr bwMode="gray">
          <a:xfrm>
            <a:off x="658813" y="1561405"/>
            <a:ext cx="1789113" cy="12858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ts val="4100"/>
              </a:lnSpc>
              <a:spcBef>
                <a:spcPct val="0"/>
              </a:spcBef>
              <a:buNone/>
              <a:defRPr sz="5100" b="1" kern="1200" cap="all" baseline="0">
                <a:solidFill>
                  <a:schemeClr val="bg1"/>
                </a:solidFill>
                <a:latin typeface="+mj-lt"/>
                <a:ea typeface="+mj-ea"/>
                <a:cs typeface="ING Me" pitchFamily="2" charset="0"/>
              </a:defRPr>
            </a:lvl1pPr>
          </a:lstStyle>
          <a:p>
            <a:pPr>
              <a:lnSpc>
                <a:spcPct val="80000"/>
              </a:lnSpc>
            </a:pPr>
            <a:r>
              <a:rPr lang="en-GB" sz="19900" noProof="0">
                <a:solidFill>
                  <a:schemeClr val="accent4"/>
                </a:solidFill>
              </a:rPr>
              <a:t>’</a:t>
            </a:r>
            <a:endParaRPr lang="en-GB" sz="19900">
              <a:solidFill>
                <a:schemeClr val="accent4"/>
              </a:solidFill>
            </a:endParaRPr>
          </a:p>
        </p:txBody>
      </p:sp>
      <p:sp>
        <p:nvSpPr>
          <p:cNvPr id="33" name="Title 1"/>
          <p:cNvSpPr txBox="1">
            <a:spLocks/>
          </p:cNvSpPr>
          <p:nvPr userDrawn="1"/>
        </p:nvSpPr>
        <p:spPr bwMode="gray">
          <a:xfrm>
            <a:off x="1140652" y="1561405"/>
            <a:ext cx="1789113" cy="12858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ts val="4100"/>
              </a:lnSpc>
              <a:spcBef>
                <a:spcPct val="0"/>
              </a:spcBef>
              <a:buNone/>
              <a:defRPr sz="5100" b="1" kern="1200" cap="all" baseline="0">
                <a:solidFill>
                  <a:schemeClr val="bg1"/>
                </a:solidFill>
                <a:latin typeface="+mj-lt"/>
                <a:ea typeface="+mj-ea"/>
                <a:cs typeface="ING Me" pitchFamily="2" charset="0"/>
              </a:defRPr>
            </a:lvl1pPr>
          </a:lstStyle>
          <a:p>
            <a:pPr>
              <a:lnSpc>
                <a:spcPct val="80000"/>
              </a:lnSpc>
            </a:pPr>
            <a:r>
              <a:rPr lang="en-GB" sz="19900" noProof="0">
                <a:solidFill>
                  <a:schemeClr val="accent4"/>
                </a:solidFill>
              </a:rPr>
              <a:t>’</a:t>
            </a:r>
            <a:endParaRPr lang="en-GB" sz="19900">
              <a:solidFill>
                <a:schemeClr val="accent4"/>
              </a:solidFill>
            </a:endParaRPr>
          </a:p>
        </p:txBody>
      </p:sp>
      <p:sp>
        <p:nvSpPr>
          <p:cNvPr id="19" name="Picture Placeholder 10"/>
          <p:cNvSpPr>
            <a:spLocks noGrp="1"/>
          </p:cNvSpPr>
          <p:nvPr>
            <p:ph type="pic" sz="quarter" idx="19" hasCustomPrompt="1"/>
          </p:nvPr>
        </p:nvSpPr>
        <p:spPr bwMode="auto">
          <a:xfrm>
            <a:off x="6096000" y="333375"/>
            <a:ext cx="5761038" cy="6191250"/>
          </a:xfrm>
          <a:custGeom>
            <a:avLst/>
            <a:gdLst>
              <a:gd name="connsiteX0" fmla="*/ 0 w 6105525"/>
              <a:gd name="connsiteY0" fmla="*/ 0 h 6858000"/>
              <a:gd name="connsiteX1" fmla="*/ 6105525 w 6105525"/>
              <a:gd name="connsiteY1" fmla="*/ 0 h 6858000"/>
              <a:gd name="connsiteX2" fmla="*/ 6105525 w 6105525"/>
              <a:gd name="connsiteY2" fmla="*/ 6858000 h 6858000"/>
              <a:gd name="connsiteX3" fmla="*/ 0 w 610552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05525" h="6858000">
                <a:moveTo>
                  <a:pt x="0" y="0"/>
                </a:moveTo>
                <a:lnTo>
                  <a:pt x="6105525" y="0"/>
                </a:lnTo>
                <a:lnTo>
                  <a:pt x="610552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180000" tIns="180000" rIns="648000" bIns="180000" anchor="ctr">
            <a:noAutofit/>
          </a:bodyPr>
          <a:lstStyle>
            <a:lvl1pPr algn="r">
              <a:defRPr/>
            </a:lvl1pPr>
          </a:lstStyle>
          <a:p>
            <a:r>
              <a:rPr lang="en-GB"/>
              <a:t>Click on icon left </a:t>
            </a:r>
            <a:br>
              <a:rPr lang="en-GB"/>
            </a:br>
            <a:r>
              <a:rPr lang="en-GB"/>
              <a:t>to insert picture </a:t>
            </a:r>
            <a:endParaRPr lang="nl-NL"/>
          </a:p>
        </p:txBody>
      </p:sp>
      <p:sp>
        <p:nvSpPr>
          <p:cNvPr id="51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995305" y="2586687"/>
            <a:ext cx="4848284" cy="1227573"/>
          </a:xfrm>
        </p:spPr>
        <p:txBody>
          <a:bodyPr anchor="b" anchorCtr="0">
            <a:noAutofit/>
          </a:bodyPr>
          <a:lstStyle>
            <a:lvl1pPr algn="l">
              <a:lnSpc>
                <a:spcPts val="4100"/>
              </a:lnSpc>
              <a:defRPr sz="5100" b="1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CLICK TO INSERT YOUR QUOTE</a:t>
            </a:r>
          </a:p>
        </p:txBody>
      </p:sp>
      <p:sp>
        <p:nvSpPr>
          <p:cNvPr id="52" name="Text Placeholder 6"/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995304" y="3937800"/>
            <a:ext cx="4398963" cy="729450"/>
          </a:xfrm>
        </p:spPr>
        <p:txBody>
          <a:bodyPr>
            <a:noAutofit/>
          </a:bodyPr>
          <a:lstStyle>
            <a:lvl1pPr algn="l">
              <a:lnSpc>
                <a:spcPts val="2300"/>
              </a:lnSpc>
              <a:defRPr sz="25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Click to edit Name or Subtitle </a:t>
            </a:r>
          </a:p>
        </p:txBody>
      </p:sp>
      <p:sp>
        <p:nvSpPr>
          <p:cNvPr id="53" name="Rectangle 104"/>
          <p:cNvSpPr>
            <a:spLocks noChangeArrowheads="1"/>
          </p:cNvSpPr>
          <p:nvPr userDrawn="1"/>
        </p:nvSpPr>
        <p:spPr bwMode="gray">
          <a:xfrm flipH="1">
            <a:off x="-3101348" y="3937800"/>
            <a:ext cx="3018793" cy="726649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txBody>
          <a:bodyPr wrap="square" lIns="180000" tIns="180000" rIns="180000" bIns="18000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1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</a:rPr>
              <a:t>INSERT NAME OR SUBTITLE HERE</a:t>
            </a:r>
          </a:p>
        </p:txBody>
      </p:sp>
      <p:sp>
        <p:nvSpPr>
          <p:cNvPr id="54" name="Rectangle 104"/>
          <p:cNvSpPr>
            <a:spLocks noChangeArrowheads="1"/>
          </p:cNvSpPr>
          <p:nvPr userDrawn="1"/>
        </p:nvSpPr>
        <p:spPr bwMode="gray">
          <a:xfrm flipH="1">
            <a:off x="-3101352" y="1892635"/>
            <a:ext cx="3018791" cy="1260476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txBody>
          <a:bodyPr wrap="square" lIns="180000" tIns="180000" rIns="180000" bIns="18000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1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</a:rPr>
              <a:t>INSERT YOUR QUOTE IN MAXIMUM OF 3 LINES OF TEXT</a:t>
            </a:r>
          </a:p>
        </p:txBody>
      </p:sp>
      <p:grpSp>
        <p:nvGrpSpPr>
          <p:cNvPr id="55" name="Group 54"/>
          <p:cNvGrpSpPr/>
          <p:nvPr userDrawn="1"/>
        </p:nvGrpSpPr>
        <p:grpSpPr>
          <a:xfrm>
            <a:off x="-3101342" y="1892636"/>
            <a:ext cx="3018791" cy="1260476"/>
            <a:chOff x="-460208" y="506896"/>
            <a:chExt cx="377657" cy="1260476"/>
          </a:xfrm>
        </p:grpSpPr>
        <p:cxnSp>
          <p:nvCxnSpPr>
            <p:cNvPr id="56" name="Straight Connector 55"/>
            <p:cNvCxnSpPr/>
            <p:nvPr userDrawn="1"/>
          </p:nvCxnSpPr>
          <p:spPr bwMode="gray">
            <a:xfrm flipH="1">
              <a:off x="-460208" y="1767372"/>
              <a:ext cx="377657" cy="0"/>
            </a:xfrm>
            <a:prstGeom prst="line">
              <a:avLst/>
            </a:prstGeom>
            <a:noFill/>
            <a:ln w="6350" cap="flat" cmpd="sng" algn="ctr">
              <a:solidFill>
                <a:srgbClr val="FF0000"/>
              </a:solidFill>
              <a:prstDash val="dash"/>
              <a:miter lim="800000"/>
            </a:ln>
            <a:effectLst/>
          </p:spPr>
        </p:cxnSp>
        <p:cxnSp>
          <p:nvCxnSpPr>
            <p:cNvPr id="57" name="Straight Connector 56"/>
            <p:cNvCxnSpPr/>
            <p:nvPr userDrawn="1"/>
          </p:nvCxnSpPr>
          <p:spPr bwMode="gray">
            <a:xfrm flipH="1">
              <a:off x="-460208" y="506896"/>
              <a:ext cx="377657" cy="0"/>
            </a:xfrm>
            <a:prstGeom prst="line">
              <a:avLst/>
            </a:prstGeom>
            <a:noFill/>
            <a:ln w="6350" cap="flat" cmpd="sng" algn="ctr">
              <a:solidFill>
                <a:srgbClr val="FF0000"/>
              </a:solidFill>
              <a:prstDash val="dash"/>
              <a:miter lim="800000"/>
            </a:ln>
            <a:effectLst/>
          </p:spPr>
        </p:cxnSp>
      </p:grpSp>
      <p:grpSp>
        <p:nvGrpSpPr>
          <p:cNvPr id="58" name="Group 57"/>
          <p:cNvGrpSpPr/>
          <p:nvPr userDrawn="1"/>
        </p:nvGrpSpPr>
        <p:grpSpPr>
          <a:xfrm>
            <a:off x="-3101342" y="3937800"/>
            <a:ext cx="3018791" cy="726649"/>
            <a:chOff x="-460208" y="479536"/>
            <a:chExt cx="377657" cy="726649"/>
          </a:xfrm>
        </p:grpSpPr>
        <p:cxnSp>
          <p:nvCxnSpPr>
            <p:cNvPr id="59" name="Straight Connector 58"/>
            <p:cNvCxnSpPr/>
            <p:nvPr userDrawn="1"/>
          </p:nvCxnSpPr>
          <p:spPr bwMode="gray">
            <a:xfrm flipH="1">
              <a:off x="-460208" y="1206185"/>
              <a:ext cx="377657" cy="0"/>
            </a:xfrm>
            <a:prstGeom prst="line">
              <a:avLst/>
            </a:prstGeom>
            <a:noFill/>
            <a:ln w="6350" cap="flat" cmpd="sng" algn="ctr">
              <a:solidFill>
                <a:srgbClr val="FF0000"/>
              </a:solidFill>
              <a:prstDash val="dash"/>
              <a:miter lim="800000"/>
            </a:ln>
            <a:effectLst/>
          </p:spPr>
        </p:cxnSp>
        <p:cxnSp>
          <p:nvCxnSpPr>
            <p:cNvPr id="60" name="Straight Connector 59"/>
            <p:cNvCxnSpPr/>
            <p:nvPr userDrawn="1"/>
          </p:nvCxnSpPr>
          <p:spPr bwMode="gray">
            <a:xfrm flipH="1">
              <a:off x="-460208" y="479536"/>
              <a:ext cx="377657" cy="0"/>
            </a:xfrm>
            <a:prstGeom prst="line">
              <a:avLst/>
            </a:prstGeom>
            <a:noFill/>
            <a:ln w="6350" cap="flat" cmpd="sng" algn="ctr">
              <a:solidFill>
                <a:srgbClr val="FF0000"/>
              </a:solidFill>
              <a:prstDash val="dash"/>
              <a:miter lim="800000"/>
            </a:ln>
            <a:effectLst/>
          </p:spPr>
        </p:cxnSp>
      </p:grpSp>
      <p:grpSp>
        <p:nvGrpSpPr>
          <p:cNvPr id="61" name="Group 60"/>
          <p:cNvGrpSpPr/>
          <p:nvPr userDrawn="1"/>
        </p:nvGrpSpPr>
        <p:grpSpPr>
          <a:xfrm>
            <a:off x="12263438" y="0"/>
            <a:ext cx="3681702" cy="3436620"/>
            <a:chOff x="12263438" y="0"/>
            <a:chExt cx="3681702" cy="3436620"/>
          </a:xfrm>
        </p:grpSpPr>
        <p:sp>
          <p:nvSpPr>
            <p:cNvPr id="62" name="Rectangle 104"/>
            <p:cNvSpPr>
              <a:spLocks noChangeArrowheads="1"/>
            </p:cNvSpPr>
            <p:nvPr userDrawn="1"/>
          </p:nvSpPr>
          <p:spPr bwMode="gray">
            <a:xfrm>
              <a:off x="12263438" y="0"/>
              <a:ext cx="3681702" cy="3436620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  <a:effectLst/>
          </p:spPr>
          <p:txBody>
            <a:bodyPr wrap="square" lIns="180000" tIns="180000" rIns="180000" bIns="180000" anchor="ctr">
              <a:noAutofit/>
            </a:bodyPr>
            <a:lstStyle/>
            <a:p>
              <a:endParaRPr lang="en-GB" sz="1000" noProof="0">
                <a:solidFill>
                  <a:schemeClr val="tx1"/>
                </a:solidFill>
              </a:endParaRPr>
            </a:p>
          </p:txBody>
        </p:sp>
        <p:sp>
          <p:nvSpPr>
            <p:cNvPr id="63" name="Rectangle 105"/>
            <p:cNvSpPr>
              <a:spLocks noChangeArrowheads="1"/>
            </p:cNvSpPr>
            <p:nvPr userDrawn="1"/>
          </p:nvSpPr>
          <p:spPr bwMode="gray">
            <a:xfrm>
              <a:off x="14195425" y="601407"/>
              <a:ext cx="215900" cy="215228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GB" sz="1000">
                <a:solidFill>
                  <a:schemeClr val="tx1"/>
                </a:solidFill>
              </a:endParaRPr>
            </a:p>
          </p:txBody>
        </p:sp>
        <p:sp>
          <p:nvSpPr>
            <p:cNvPr id="64" name="Rectangle 106"/>
            <p:cNvSpPr>
              <a:spLocks noChangeArrowheads="1"/>
            </p:cNvSpPr>
            <p:nvPr userDrawn="1"/>
          </p:nvSpPr>
          <p:spPr bwMode="gray">
            <a:xfrm>
              <a:off x="14485938" y="601407"/>
              <a:ext cx="1368000" cy="258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Grey </a:t>
              </a:r>
            </a:p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RGB = 244, 244, 244</a:t>
              </a:r>
            </a:p>
          </p:txBody>
        </p:sp>
        <p:sp>
          <p:nvSpPr>
            <p:cNvPr id="65" name="Rectangle 107"/>
            <p:cNvSpPr>
              <a:spLocks noChangeArrowheads="1"/>
            </p:cNvSpPr>
            <p:nvPr userDrawn="1"/>
          </p:nvSpPr>
          <p:spPr bwMode="gray">
            <a:xfrm>
              <a:off x="14195425" y="922551"/>
              <a:ext cx="215900" cy="21522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GB" sz="1000">
                <a:solidFill>
                  <a:schemeClr val="tx1"/>
                </a:solidFill>
              </a:endParaRPr>
            </a:p>
          </p:txBody>
        </p:sp>
        <p:sp>
          <p:nvSpPr>
            <p:cNvPr id="66" name="Rectangle 108"/>
            <p:cNvSpPr>
              <a:spLocks noChangeArrowheads="1"/>
            </p:cNvSpPr>
            <p:nvPr userDrawn="1"/>
          </p:nvSpPr>
          <p:spPr bwMode="gray">
            <a:xfrm>
              <a:off x="14485938" y="922551"/>
              <a:ext cx="1368000" cy="258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Text Colour</a:t>
              </a:r>
            </a:p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RGB = 112, 111, 111</a:t>
              </a:r>
            </a:p>
          </p:txBody>
        </p:sp>
        <p:sp>
          <p:nvSpPr>
            <p:cNvPr id="67" name="Rectangle 113"/>
            <p:cNvSpPr>
              <a:spLocks noChangeArrowheads="1"/>
            </p:cNvSpPr>
            <p:nvPr userDrawn="1"/>
          </p:nvSpPr>
          <p:spPr bwMode="gray">
            <a:xfrm>
              <a:off x="12427995" y="150750"/>
              <a:ext cx="1692000" cy="1491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200" b="1">
                  <a:solidFill>
                    <a:schemeClr val="tx1"/>
                  </a:solidFill>
                  <a:latin typeface="+mj-lt"/>
                </a:rPr>
                <a:t>COLOUR GUIDELINES</a:t>
              </a:r>
            </a:p>
          </p:txBody>
        </p:sp>
        <p:sp>
          <p:nvSpPr>
            <p:cNvPr id="68" name="Rectangle 109"/>
            <p:cNvSpPr>
              <a:spLocks noChangeArrowheads="1"/>
            </p:cNvSpPr>
            <p:nvPr/>
          </p:nvSpPr>
          <p:spPr bwMode="gray">
            <a:xfrm>
              <a:off x="14195425" y="1466973"/>
              <a:ext cx="215900" cy="21522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GB" sz="1000">
                <a:solidFill>
                  <a:schemeClr val="tx1"/>
                </a:solidFill>
              </a:endParaRPr>
            </a:p>
          </p:txBody>
        </p:sp>
        <p:sp>
          <p:nvSpPr>
            <p:cNvPr id="69" name="Rectangle 110"/>
            <p:cNvSpPr>
              <a:spLocks noChangeArrowheads="1"/>
            </p:cNvSpPr>
            <p:nvPr/>
          </p:nvSpPr>
          <p:spPr bwMode="gray">
            <a:xfrm>
              <a:off x="14485938" y="1466973"/>
              <a:ext cx="1368000" cy="258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Blue Tint 2</a:t>
              </a:r>
            </a:p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RGB = 0, 105, 180</a:t>
              </a:r>
            </a:p>
          </p:txBody>
        </p:sp>
        <p:sp>
          <p:nvSpPr>
            <p:cNvPr id="70" name="Rectangle 111"/>
            <p:cNvSpPr>
              <a:spLocks noChangeArrowheads="1"/>
            </p:cNvSpPr>
            <p:nvPr/>
          </p:nvSpPr>
          <p:spPr bwMode="gray">
            <a:xfrm>
              <a:off x="14195425" y="1785022"/>
              <a:ext cx="215900" cy="21522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GB" sz="1000">
                <a:solidFill>
                  <a:schemeClr val="tx1"/>
                </a:solidFill>
              </a:endParaRPr>
            </a:p>
          </p:txBody>
        </p:sp>
        <p:sp>
          <p:nvSpPr>
            <p:cNvPr id="71" name="Rectangle 112"/>
            <p:cNvSpPr>
              <a:spLocks noChangeArrowheads="1"/>
            </p:cNvSpPr>
            <p:nvPr/>
          </p:nvSpPr>
          <p:spPr bwMode="gray">
            <a:xfrm>
              <a:off x="14485938" y="1785022"/>
              <a:ext cx="1368000" cy="258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Blue Tint 4</a:t>
              </a:r>
            </a:p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RGB = 0, 149, 219 </a:t>
              </a:r>
            </a:p>
          </p:txBody>
        </p:sp>
        <p:sp>
          <p:nvSpPr>
            <p:cNvPr id="72" name="Rectangle 113"/>
            <p:cNvSpPr>
              <a:spLocks noChangeArrowheads="1"/>
            </p:cNvSpPr>
            <p:nvPr userDrawn="1"/>
          </p:nvSpPr>
          <p:spPr bwMode="gray">
            <a:xfrm>
              <a:off x="12427995" y="1259970"/>
              <a:ext cx="1692000" cy="1491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 b="1">
                  <a:solidFill>
                    <a:schemeClr val="tx1"/>
                  </a:solidFill>
                  <a:latin typeface="+mj-lt"/>
                </a:rPr>
                <a:t>SECONDARY COLOURS (SC)</a:t>
              </a:r>
            </a:p>
          </p:txBody>
        </p:sp>
        <p:sp>
          <p:nvSpPr>
            <p:cNvPr id="73" name="Rectangle 105"/>
            <p:cNvSpPr>
              <a:spLocks noChangeArrowheads="1"/>
            </p:cNvSpPr>
            <p:nvPr userDrawn="1"/>
          </p:nvSpPr>
          <p:spPr bwMode="gray">
            <a:xfrm>
              <a:off x="12427995" y="601407"/>
              <a:ext cx="215900" cy="21522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GB" sz="1000">
                <a:solidFill>
                  <a:schemeClr val="tx1"/>
                </a:solidFill>
              </a:endParaRPr>
            </a:p>
          </p:txBody>
        </p:sp>
        <p:sp>
          <p:nvSpPr>
            <p:cNvPr id="74" name="Rectangle 106"/>
            <p:cNvSpPr>
              <a:spLocks noChangeArrowheads="1"/>
            </p:cNvSpPr>
            <p:nvPr userDrawn="1"/>
          </p:nvSpPr>
          <p:spPr bwMode="gray">
            <a:xfrm>
              <a:off x="12718508" y="601407"/>
              <a:ext cx="1368000" cy="258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Levi 9 Blue </a:t>
              </a:r>
            </a:p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RGB =20, 52, 160</a:t>
              </a:r>
            </a:p>
          </p:txBody>
        </p:sp>
        <p:sp>
          <p:nvSpPr>
            <p:cNvPr id="75" name="Rectangle 107"/>
            <p:cNvSpPr>
              <a:spLocks noChangeArrowheads="1"/>
            </p:cNvSpPr>
            <p:nvPr userDrawn="1"/>
          </p:nvSpPr>
          <p:spPr bwMode="gray">
            <a:xfrm>
              <a:off x="12427995" y="922551"/>
              <a:ext cx="215900" cy="2152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GB" sz="1000">
                <a:solidFill>
                  <a:schemeClr val="tx1"/>
                </a:solidFill>
              </a:endParaRPr>
            </a:p>
          </p:txBody>
        </p:sp>
        <p:sp>
          <p:nvSpPr>
            <p:cNvPr id="76" name="Rectangle 108"/>
            <p:cNvSpPr>
              <a:spLocks noChangeArrowheads="1"/>
            </p:cNvSpPr>
            <p:nvPr userDrawn="1"/>
          </p:nvSpPr>
          <p:spPr bwMode="gray">
            <a:xfrm>
              <a:off x="12718508" y="922551"/>
              <a:ext cx="1368000" cy="258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White </a:t>
              </a:r>
            </a:p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RGB = 255, 255, 255</a:t>
              </a:r>
            </a:p>
          </p:txBody>
        </p:sp>
        <p:sp>
          <p:nvSpPr>
            <p:cNvPr id="77" name="Rectangle 109"/>
            <p:cNvSpPr>
              <a:spLocks noChangeArrowheads="1"/>
            </p:cNvSpPr>
            <p:nvPr userDrawn="1"/>
          </p:nvSpPr>
          <p:spPr bwMode="gray">
            <a:xfrm>
              <a:off x="12427995" y="1466973"/>
              <a:ext cx="215900" cy="21522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GB" sz="1000">
                <a:solidFill>
                  <a:schemeClr val="tx1"/>
                </a:solidFill>
              </a:endParaRPr>
            </a:p>
          </p:txBody>
        </p:sp>
        <p:sp>
          <p:nvSpPr>
            <p:cNvPr id="78" name="Rectangle 110"/>
            <p:cNvSpPr>
              <a:spLocks noChangeArrowheads="1"/>
            </p:cNvSpPr>
            <p:nvPr userDrawn="1"/>
          </p:nvSpPr>
          <p:spPr bwMode="gray">
            <a:xfrm>
              <a:off x="12718508" y="1466973"/>
              <a:ext cx="1368000" cy="258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Blue Tint 1 </a:t>
              </a:r>
            </a:p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RGB = 0, 79, 159</a:t>
              </a:r>
            </a:p>
          </p:txBody>
        </p:sp>
        <p:sp>
          <p:nvSpPr>
            <p:cNvPr id="79" name="Rectangle 111"/>
            <p:cNvSpPr>
              <a:spLocks noChangeArrowheads="1"/>
            </p:cNvSpPr>
            <p:nvPr userDrawn="1"/>
          </p:nvSpPr>
          <p:spPr bwMode="gray">
            <a:xfrm>
              <a:off x="12427995" y="1785022"/>
              <a:ext cx="215900" cy="21522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GB" sz="1000">
                <a:solidFill>
                  <a:schemeClr val="tx1"/>
                </a:solidFill>
              </a:endParaRPr>
            </a:p>
          </p:txBody>
        </p:sp>
        <p:sp>
          <p:nvSpPr>
            <p:cNvPr id="80" name="Rectangle 112"/>
            <p:cNvSpPr>
              <a:spLocks noChangeArrowheads="1"/>
            </p:cNvSpPr>
            <p:nvPr userDrawn="1"/>
          </p:nvSpPr>
          <p:spPr bwMode="gray">
            <a:xfrm>
              <a:off x="12718508" y="1785022"/>
              <a:ext cx="1368000" cy="258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Blue Tint 3 </a:t>
              </a:r>
            </a:p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RGB = 0, 128, 201</a:t>
              </a:r>
            </a:p>
          </p:txBody>
        </p:sp>
        <p:sp>
          <p:nvSpPr>
            <p:cNvPr id="81" name="Rectangle 113"/>
            <p:cNvSpPr>
              <a:spLocks noChangeArrowheads="1"/>
            </p:cNvSpPr>
            <p:nvPr userDrawn="1"/>
          </p:nvSpPr>
          <p:spPr bwMode="gray">
            <a:xfrm>
              <a:off x="12427995" y="406530"/>
              <a:ext cx="1692000" cy="1491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 b="1">
                  <a:solidFill>
                    <a:schemeClr val="tx1"/>
                  </a:solidFill>
                  <a:latin typeface="+mj-lt"/>
                </a:rPr>
                <a:t>PRIMARY COLOURS (PC)</a:t>
              </a:r>
            </a:p>
          </p:txBody>
        </p:sp>
        <p:sp>
          <p:nvSpPr>
            <p:cNvPr id="82" name="Rectangle 81"/>
            <p:cNvSpPr>
              <a:spLocks noChangeArrowheads="1"/>
            </p:cNvSpPr>
            <p:nvPr userDrawn="1"/>
          </p:nvSpPr>
          <p:spPr bwMode="gray">
            <a:xfrm>
              <a:off x="14195425" y="2381373"/>
              <a:ext cx="215900" cy="215228"/>
            </a:xfrm>
            <a:prstGeom prst="rect">
              <a:avLst/>
            </a:prstGeom>
            <a:solidFill>
              <a:srgbClr val="FFD203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GB" sz="1000">
                <a:solidFill>
                  <a:schemeClr val="tx1"/>
                </a:solidFill>
              </a:endParaRPr>
            </a:p>
          </p:txBody>
        </p:sp>
        <p:sp>
          <p:nvSpPr>
            <p:cNvPr id="83" name="Rectangle 82"/>
            <p:cNvSpPr>
              <a:spLocks noChangeArrowheads="1"/>
            </p:cNvSpPr>
            <p:nvPr userDrawn="1"/>
          </p:nvSpPr>
          <p:spPr bwMode="gray">
            <a:xfrm>
              <a:off x="14485938" y="2381373"/>
              <a:ext cx="1368000" cy="258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Pale</a:t>
              </a:r>
            </a:p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RGB = 255, 210, 3</a:t>
              </a:r>
            </a:p>
          </p:txBody>
        </p:sp>
        <p:sp>
          <p:nvSpPr>
            <p:cNvPr id="84" name="Rectangle 83"/>
            <p:cNvSpPr>
              <a:spLocks noChangeArrowheads="1"/>
            </p:cNvSpPr>
            <p:nvPr userDrawn="1"/>
          </p:nvSpPr>
          <p:spPr bwMode="gray">
            <a:xfrm>
              <a:off x="14195425" y="2699422"/>
              <a:ext cx="215900" cy="215228"/>
            </a:xfrm>
            <a:prstGeom prst="rect">
              <a:avLst/>
            </a:prstGeom>
            <a:solidFill>
              <a:srgbClr val="FF7D77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GB" sz="1000">
                <a:solidFill>
                  <a:schemeClr val="tx1"/>
                </a:solidFill>
              </a:endParaRPr>
            </a:p>
          </p:txBody>
        </p:sp>
        <p:sp>
          <p:nvSpPr>
            <p:cNvPr id="85" name="Rectangle 84"/>
            <p:cNvSpPr>
              <a:spLocks noChangeArrowheads="1"/>
            </p:cNvSpPr>
            <p:nvPr userDrawn="1"/>
          </p:nvSpPr>
          <p:spPr bwMode="gray">
            <a:xfrm>
              <a:off x="14485938" y="2699422"/>
              <a:ext cx="1368000" cy="258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Pink</a:t>
              </a:r>
            </a:p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RGB = 255, 125, 119 </a:t>
              </a:r>
            </a:p>
          </p:txBody>
        </p:sp>
        <p:sp>
          <p:nvSpPr>
            <p:cNvPr id="86" name="Rectangle 85"/>
            <p:cNvSpPr>
              <a:spLocks noChangeArrowheads="1"/>
            </p:cNvSpPr>
            <p:nvPr userDrawn="1"/>
          </p:nvSpPr>
          <p:spPr bwMode="gray">
            <a:xfrm>
              <a:off x="12427995" y="2174370"/>
              <a:ext cx="1692000" cy="1491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 b="1">
                  <a:solidFill>
                    <a:schemeClr val="tx1"/>
                  </a:solidFill>
                  <a:latin typeface="+mj-lt"/>
                </a:rPr>
                <a:t>TERTIARY COLOURS (TC)</a:t>
              </a:r>
            </a:p>
          </p:txBody>
        </p:sp>
        <p:sp>
          <p:nvSpPr>
            <p:cNvPr id="87" name="Rectangle 109"/>
            <p:cNvSpPr>
              <a:spLocks noChangeArrowheads="1"/>
            </p:cNvSpPr>
            <p:nvPr userDrawn="1"/>
          </p:nvSpPr>
          <p:spPr bwMode="gray">
            <a:xfrm>
              <a:off x="12427995" y="2381373"/>
              <a:ext cx="215900" cy="215228"/>
            </a:xfrm>
            <a:prstGeom prst="rect">
              <a:avLst/>
            </a:prstGeom>
            <a:solidFill>
              <a:srgbClr val="F6FF00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GB" sz="1000">
                <a:solidFill>
                  <a:schemeClr val="tx1"/>
                </a:solidFill>
              </a:endParaRPr>
            </a:p>
          </p:txBody>
        </p:sp>
        <p:sp>
          <p:nvSpPr>
            <p:cNvPr id="88" name="Rectangle 110"/>
            <p:cNvSpPr>
              <a:spLocks noChangeArrowheads="1"/>
            </p:cNvSpPr>
            <p:nvPr userDrawn="1"/>
          </p:nvSpPr>
          <p:spPr bwMode="gray">
            <a:xfrm>
              <a:off x="12718508" y="2381373"/>
              <a:ext cx="1368000" cy="258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Yellow</a:t>
              </a:r>
            </a:p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RGB = 246, 255, 0</a:t>
              </a:r>
            </a:p>
          </p:txBody>
        </p:sp>
        <p:sp>
          <p:nvSpPr>
            <p:cNvPr id="89" name="Rectangle 111"/>
            <p:cNvSpPr>
              <a:spLocks noChangeArrowheads="1"/>
            </p:cNvSpPr>
            <p:nvPr userDrawn="1"/>
          </p:nvSpPr>
          <p:spPr bwMode="gray">
            <a:xfrm>
              <a:off x="12427995" y="2699422"/>
              <a:ext cx="215900" cy="215228"/>
            </a:xfrm>
            <a:prstGeom prst="rect">
              <a:avLst/>
            </a:prstGeom>
            <a:solidFill>
              <a:srgbClr val="FF6608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GB" sz="1000">
                <a:solidFill>
                  <a:schemeClr val="tx1"/>
                </a:solidFill>
              </a:endParaRPr>
            </a:p>
          </p:txBody>
        </p:sp>
        <p:sp>
          <p:nvSpPr>
            <p:cNvPr id="90" name="Rectangle 112"/>
            <p:cNvSpPr>
              <a:spLocks noChangeArrowheads="1"/>
            </p:cNvSpPr>
            <p:nvPr userDrawn="1"/>
          </p:nvSpPr>
          <p:spPr bwMode="gray">
            <a:xfrm>
              <a:off x="12718508" y="2699422"/>
              <a:ext cx="1368000" cy="258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Orange</a:t>
              </a:r>
            </a:p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RGB = 255, 102, 8</a:t>
              </a:r>
            </a:p>
          </p:txBody>
        </p:sp>
        <p:sp>
          <p:nvSpPr>
            <p:cNvPr id="91" name="Rectangle 90"/>
            <p:cNvSpPr>
              <a:spLocks noChangeArrowheads="1"/>
            </p:cNvSpPr>
            <p:nvPr userDrawn="1"/>
          </p:nvSpPr>
          <p:spPr bwMode="gray">
            <a:xfrm>
              <a:off x="14195425" y="3042322"/>
              <a:ext cx="215900" cy="215228"/>
            </a:xfrm>
            <a:prstGeom prst="rect">
              <a:avLst/>
            </a:prstGeom>
            <a:solidFill>
              <a:srgbClr val="009892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GB" sz="1000">
                <a:solidFill>
                  <a:schemeClr val="tx1"/>
                </a:solidFill>
              </a:endParaRPr>
            </a:p>
          </p:txBody>
        </p:sp>
        <p:sp>
          <p:nvSpPr>
            <p:cNvPr id="92" name="Rectangle 91"/>
            <p:cNvSpPr>
              <a:spLocks noChangeArrowheads="1"/>
            </p:cNvSpPr>
            <p:nvPr userDrawn="1"/>
          </p:nvSpPr>
          <p:spPr bwMode="gray">
            <a:xfrm>
              <a:off x="14485938" y="3042322"/>
              <a:ext cx="1368000" cy="258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Teal</a:t>
              </a:r>
            </a:p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RGB = 0, 152, 146</a:t>
              </a:r>
            </a:p>
          </p:txBody>
        </p:sp>
        <p:sp>
          <p:nvSpPr>
            <p:cNvPr id="93" name="Rectangle 111"/>
            <p:cNvSpPr>
              <a:spLocks noChangeArrowheads="1"/>
            </p:cNvSpPr>
            <p:nvPr userDrawn="1"/>
          </p:nvSpPr>
          <p:spPr bwMode="gray">
            <a:xfrm>
              <a:off x="12427995" y="3042322"/>
              <a:ext cx="215900" cy="215228"/>
            </a:xfrm>
            <a:prstGeom prst="rect">
              <a:avLst/>
            </a:prstGeom>
            <a:solidFill>
              <a:srgbClr val="00A13A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GB" sz="1000">
                <a:solidFill>
                  <a:schemeClr val="tx1"/>
                </a:solidFill>
              </a:endParaRPr>
            </a:p>
          </p:txBody>
        </p:sp>
        <p:sp>
          <p:nvSpPr>
            <p:cNvPr id="94" name="Rectangle 112"/>
            <p:cNvSpPr>
              <a:spLocks noChangeArrowheads="1"/>
            </p:cNvSpPr>
            <p:nvPr userDrawn="1"/>
          </p:nvSpPr>
          <p:spPr bwMode="gray">
            <a:xfrm>
              <a:off x="12718508" y="3042322"/>
              <a:ext cx="1368000" cy="258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Green</a:t>
              </a:r>
            </a:p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RGB = 0, 161, 58 </a:t>
              </a:r>
            </a:p>
          </p:txBody>
        </p:sp>
      </p:grpSp>
      <p:sp>
        <p:nvSpPr>
          <p:cNvPr id="122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658813" y="5992145"/>
            <a:ext cx="250381" cy="34766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 b="1">
                <a:solidFill>
                  <a:schemeClr val="bg1"/>
                </a:solidFill>
                <a:latin typeface="+mj-lt"/>
              </a:defRPr>
            </a:lvl1pPr>
          </a:lstStyle>
          <a:p>
            <a:fld id="{DDD2A080-DA64-4F5C-9131-47EB793B4410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96" name="Group 95"/>
          <p:cNvGrpSpPr/>
          <p:nvPr userDrawn="1"/>
        </p:nvGrpSpPr>
        <p:grpSpPr>
          <a:xfrm>
            <a:off x="12263437" y="3542534"/>
            <a:ext cx="3681703" cy="2424674"/>
            <a:chOff x="12263437" y="3542534"/>
            <a:chExt cx="3681703" cy="2424674"/>
          </a:xfrm>
        </p:grpSpPr>
        <p:sp>
          <p:nvSpPr>
            <p:cNvPr id="97" name="Rectangle 104"/>
            <p:cNvSpPr>
              <a:spLocks noChangeArrowheads="1"/>
            </p:cNvSpPr>
            <p:nvPr userDrawn="1"/>
          </p:nvSpPr>
          <p:spPr bwMode="gray">
            <a:xfrm>
              <a:off x="12263438" y="3542535"/>
              <a:ext cx="3681702" cy="2424673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  <a:effectLst/>
          </p:spPr>
          <p:txBody>
            <a:bodyPr wrap="square" lIns="180000" tIns="180000" rIns="180000" bIns="180000" anchor="ctr">
              <a:noAutofit/>
            </a:bodyPr>
            <a:lstStyle/>
            <a:p>
              <a:endParaRPr lang="en-GB" sz="1000" noProof="0"/>
            </a:p>
          </p:txBody>
        </p:sp>
        <p:sp>
          <p:nvSpPr>
            <p:cNvPr id="98" name="Rectangle 97"/>
            <p:cNvSpPr/>
            <p:nvPr/>
          </p:nvSpPr>
          <p:spPr bwMode="gray">
            <a:xfrm>
              <a:off x="12263437" y="3542534"/>
              <a:ext cx="2008240" cy="224866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36000" rIns="36000" bIns="36000" rtlCol="0" anchor="t" anchorCtr="0">
              <a:noAutofit/>
            </a:bodyPr>
            <a:lstStyle/>
            <a:p>
              <a:pPr algn="l"/>
              <a:r>
                <a:rPr lang="en-GB" sz="1200" b="1" i="0" noProof="0">
                  <a:solidFill>
                    <a:schemeClr val="tx1"/>
                  </a:solidFill>
                  <a:latin typeface="+mj-lt"/>
                </a:rPr>
                <a:t>CROP PICTURE</a:t>
              </a:r>
            </a:p>
            <a:p>
              <a:pPr algn="l"/>
              <a:r>
                <a:rPr lang="en-GB" sz="1000" b="0" i="0" noProof="0">
                  <a:solidFill>
                    <a:schemeClr val="tx1"/>
                  </a:solidFill>
                </a:rPr>
                <a:t>Select picture &gt; click</a:t>
              </a:r>
              <a:r>
                <a:rPr lang="en-GB" sz="1000" b="0" i="0" baseline="0" noProof="0">
                  <a:solidFill>
                    <a:schemeClr val="tx1"/>
                  </a:solidFill>
                </a:rPr>
                <a:t> on tab </a:t>
              </a:r>
              <a:r>
                <a:rPr lang="en-GB" sz="1000" b="1" i="0" baseline="0" noProof="0">
                  <a:solidFill>
                    <a:schemeClr val="tx1"/>
                  </a:solidFill>
                </a:rPr>
                <a:t>“Picture Tools”</a:t>
              </a:r>
              <a:r>
                <a:rPr lang="en-GB" sz="1000" b="0" i="0" baseline="0" noProof="0">
                  <a:solidFill>
                    <a:schemeClr val="tx1"/>
                  </a:solidFill>
                </a:rPr>
                <a:t> &gt; </a:t>
              </a:r>
              <a:r>
                <a:rPr lang="en-GB" sz="1000" b="1" i="0" baseline="0" noProof="0">
                  <a:solidFill>
                    <a:schemeClr val="tx1"/>
                  </a:solidFill>
                </a:rPr>
                <a:t>“Format”</a:t>
              </a:r>
            </a:p>
            <a:p>
              <a:pPr algn="l"/>
              <a:endParaRPr lang="en-GB" sz="1000" b="0" i="0" baseline="0" noProof="0">
                <a:solidFill>
                  <a:schemeClr val="tx1"/>
                </a:solidFill>
              </a:endParaRPr>
            </a:p>
            <a:p>
              <a:pPr algn="l"/>
              <a:endParaRPr lang="en-GB" sz="1000" b="0" i="0" baseline="0" noProof="0">
                <a:solidFill>
                  <a:schemeClr val="tx1"/>
                </a:solidFill>
              </a:endParaRPr>
            </a:p>
            <a:p>
              <a:pPr algn="l"/>
              <a:endParaRPr lang="en-GB" sz="1000" b="0" i="0" baseline="0" noProof="0">
                <a:solidFill>
                  <a:schemeClr val="tx1"/>
                </a:solidFill>
              </a:endParaRPr>
            </a:p>
            <a:p>
              <a:pPr algn="l"/>
              <a:r>
                <a:rPr lang="en-GB" sz="1000" b="0" i="0" noProof="0">
                  <a:solidFill>
                    <a:schemeClr val="tx1"/>
                  </a:solidFill>
                </a:rPr>
                <a:t>Click</a:t>
              </a:r>
              <a:r>
                <a:rPr lang="en-GB" sz="1000" b="0" i="0" baseline="0" noProof="0">
                  <a:solidFill>
                    <a:schemeClr val="tx1"/>
                  </a:solidFill>
                </a:rPr>
                <a:t> on the icon above </a:t>
              </a:r>
              <a:r>
                <a:rPr lang="en-GB" sz="1000" b="1" i="0" baseline="0" noProof="0">
                  <a:solidFill>
                    <a:schemeClr val="tx1"/>
                  </a:solidFill>
                </a:rPr>
                <a:t>“Crop”</a:t>
              </a:r>
            </a:p>
            <a:p>
              <a:pPr algn="l"/>
              <a:endParaRPr lang="en-GB" sz="1000" b="0" i="0" baseline="0" noProof="0">
                <a:solidFill>
                  <a:schemeClr val="tx1"/>
                </a:solidFill>
              </a:endParaRPr>
            </a:p>
            <a:p>
              <a:pPr algn="l"/>
              <a:endParaRPr lang="en-GB" sz="1000" b="0" i="0" baseline="0" noProof="0">
                <a:solidFill>
                  <a:schemeClr val="tx1"/>
                </a:solidFill>
              </a:endParaRPr>
            </a:p>
            <a:p>
              <a:pPr algn="l"/>
              <a:r>
                <a:rPr lang="en-GB" sz="1000" b="0" i="0" baseline="0" noProof="0">
                  <a:solidFill>
                    <a:schemeClr val="tx1"/>
                  </a:solidFill>
                </a:rPr>
                <a:t>You will see crop and scale markers on the corners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000" b="0" i="0" noProof="0">
                  <a:solidFill>
                    <a:schemeClr val="tx1"/>
                  </a:solidFill>
                </a:rPr>
                <a:t>Use the </a:t>
              </a:r>
              <a:r>
                <a:rPr lang="en-GB" sz="1000" b="1" i="0" noProof="0">
                  <a:solidFill>
                    <a:schemeClr val="tx1"/>
                  </a:solidFill>
                </a:rPr>
                <a:t>“circular scale icon” </a:t>
              </a:r>
              <a:r>
                <a:rPr lang="en-GB" sz="1000" b="0" i="0" noProof="0">
                  <a:solidFill>
                    <a:schemeClr val="tx1"/>
                  </a:solidFill>
                </a:rPr>
                <a:t>to scale your picture within the cropped region.</a:t>
              </a:r>
            </a:p>
            <a:p>
              <a:pPr algn="l"/>
              <a:endParaRPr lang="en-GB" sz="1000" b="0" i="0" noProof="0">
                <a:solidFill>
                  <a:schemeClr val="tx1"/>
                </a:solidFill>
              </a:endParaRPr>
            </a:p>
            <a:p>
              <a:pPr algn="l"/>
              <a:endParaRPr lang="en-GB" sz="1000" b="0" i="0" noProof="0">
                <a:solidFill>
                  <a:schemeClr val="tx1"/>
                </a:solidFill>
              </a:endParaRPr>
            </a:p>
          </p:txBody>
        </p:sp>
        <p:pic>
          <p:nvPicPr>
            <p:cNvPr id="99" name="Picture 98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14887153" y="5028163"/>
              <a:ext cx="352425" cy="352425"/>
            </a:xfrm>
            <a:prstGeom prst="rect">
              <a:avLst/>
            </a:prstGeom>
          </p:spPr>
        </p:pic>
        <p:pic>
          <p:nvPicPr>
            <p:cNvPr id="100" name="Picture 99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14360822" y="3611888"/>
              <a:ext cx="1405088" cy="524792"/>
            </a:xfrm>
            <a:prstGeom prst="rect">
              <a:avLst/>
            </a:prstGeom>
          </p:spPr>
        </p:pic>
        <p:pic>
          <p:nvPicPr>
            <p:cNvPr id="101" name="Picture 100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14360822" y="5028164"/>
              <a:ext cx="352425" cy="352425"/>
            </a:xfrm>
            <a:prstGeom prst="rect">
              <a:avLst/>
            </a:prstGeom>
          </p:spPr>
        </p:pic>
        <p:pic>
          <p:nvPicPr>
            <p:cNvPr id="102" name="Picture 101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15413485" y="5028164"/>
              <a:ext cx="352425" cy="352425"/>
            </a:xfrm>
            <a:prstGeom prst="rect">
              <a:avLst/>
            </a:prstGeom>
          </p:spPr>
        </p:pic>
        <p:grpSp>
          <p:nvGrpSpPr>
            <p:cNvPr id="103" name="Group 102"/>
            <p:cNvGrpSpPr/>
            <p:nvPr userDrawn="1"/>
          </p:nvGrpSpPr>
          <p:grpSpPr>
            <a:xfrm>
              <a:off x="14367592" y="4149392"/>
              <a:ext cx="511967" cy="758182"/>
              <a:chOff x="14093278" y="4121452"/>
              <a:chExt cx="511967" cy="758182"/>
            </a:xfrm>
          </p:grpSpPr>
          <p:pic>
            <p:nvPicPr>
              <p:cNvPr id="107" name="Picture 106"/>
              <p:cNvPicPr>
                <a:picLocks noChangeAspect="1"/>
              </p:cNvPicPr>
              <p:nvPr/>
            </p:nvPicPr>
            <p:blipFill rotWithShape="1"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l="38920" b="13479"/>
              <a:stretch/>
            </p:blipFill>
            <p:spPr bwMode="gray">
              <a:xfrm>
                <a:off x="14093278" y="4121452"/>
                <a:ext cx="511967" cy="758182"/>
              </a:xfrm>
              <a:prstGeom prst="rect">
                <a:avLst/>
              </a:prstGeom>
            </p:spPr>
          </p:pic>
          <p:sp>
            <p:nvSpPr>
              <p:cNvPr id="108" name="Rectangle 107"/>
              <p:cNvSpPr/>
              <p:nvPr/>
            </p:nvSpPr>
            <p:spPr bwMode="gray">
              <a:xfrm>
                <a:off x="14122400" y="4229100"/>
                <a:ext cx="393700" cy="368300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/>
                <a:endParaRPr lang="en-US"/>
              </a:p>
            </p:txBody>
          </p:sp>
        </p:grpSp>
        <p:cxnSp>
          <p:nvCxnSpPr>
            <p:cNvPr id="104" name="Straight Arrow Connector 103"/>
            <p:cNvCxnSpPr/>
            <p:nvPr/>
          </p:nvCxnSpPr>
          <p:spPr bwMode="gray">
            <a:xfrm flipV="1">
              <a:off x="14537035" y="5400695"/>
              <a:ext cx="0" cy="1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Arrow Connector 104"/>
            <p:cNvCxnSpPr/>
            <p:nvPr/>
          </p:nvCxnSpPr>
          <p:spPr bwMode="gray">
            <a:xfrm flipV="1">
              <a:off x="15641086" y="5400695"/>
              <a:ext cx="0" cy="1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Oval 105"/>
            <p:cNvSpPr/>
            <p:nvPr/>
          </p:nvSpPr>
          <p:spPr bwMode="gray">
            <a:xfrm>
              <a:off x="15517444" y="5108869"/>
              <a:ext cx="233362" cy="233362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707161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 Text Content Slide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3"/>
          <p:cNvSpPr>
            <a:spLocks noGrp="1"/>
          </p:cNvSpPr>
          <p:nvPr>
            <p:ph sz="quarter" idx="12"/>
          </p:nvPr>
        </p:nvSpPr>
        <p:spPr>
          <a:xfrm>
            <a:off x="658813" y="1539877"/>
            <a:ext cx="5184775" cy="2079356"/>
          </a:xfrm>
        </p:spPr>
        <p:txBody>
          <a:bodyPr/>
          <a:lstStyle/>
          <a:p>
            <a:pPr lvl="0"/>
            <a:r>
              <a:rPr lang="en-GB" noProof="0"/>
              <a:t>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quarter" idx="28"/>
          </p:nvPr>
        </p:nvSpPr>
        <p:spPr>
          <a:xfrm>
            <a:off x="658813" y="3940444"/>
            <a:ext cx="5184775" cy="2079356"/>
          </a:xfrm>
        </p:spPr>
        <p:txBody>
          <a:bodyPr/>
          <a:lstStyle/>
          <a:p>
            <a:pPr lvl="0"/>
            <a:r>
              <a:rPr lang="en-GB" noProof="0"/>
              <a:t>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quarter" idx="29"/>
          </p:nvPr>
        </p:nvSpPr>
        <p:spPr>
          <a:xfrm>
            <a:off x="6348414" y="1539877"/>
            <a:ext cx="5173662" cy="2079356"/>
          </a:xfrm>
        </p:spPr>
        <p:txBody>
          <a:bodyPr/>
          <a:lstStyle/>
          <a:p>
            <a:pPr lvl="0"/>
            <a:r>
              <a:rPr lang="en-GB" noProof="0"/>
              <a:t>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quarter" idx="30"/>
          </p:nvPr>
        </p:nvSpPr>
        <p:spPr>
          <a:xfrm>
            <a:off x="6348414" y="3940444"/>
            <a:ext cx="5173662" cy="2079356"/>
          </a:xfrm>
        </p:spPr>
        <p:txBody>
          <a:bodyPr/>
          <a:lstStyle/>
          <a:p>
            <a:pPr lvl="0"/>
            <a:r>
              <a:rPr lang="en-GB" noProof="0"/>
              <a:t>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351371" y="6372229"/>
            <a:ext cx="272256" cy="18811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 b="1">
                <a:solidFill>
                  <a:schemeClr val="tx2"/>
                </a:solidFill>
                <a:latin typeface="+mj-lt"/>
              </a:defRPr>
            </a:lvl1pPr>
          </a:lstStyle>
          <a:p>
            <a:fld id="{DDD2A080-DA64-4F5C-9131-47EB793B441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6" name="Footer Placeholder 34"/>
          <p:cNvSpPr>
            <a:spLocks noGrp="1"/>
          </p:cNvSpPr>
          <p:nvPr>
            <p:ph type="ftr" sz="quarter" idx="3"/>
          </p:nvPr>
        </p:nvSpPr>
        <p:spPr>
          <a:xfrm>
            <a:off x="673690" y="6370641"/>
            <a:ext cx="8912269" cy="189708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046202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/3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5" y="365130"/>
            <a:ext cx="6087031" cy="459823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F868C357-E7AE-5912-8DF0-1977E45FD5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9374" y="1909823"/>
            <a:ext cx="5426305" cy="4025575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ACA12D66-5FC5-5E21-112E-79C49DF97A7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9373" y="1376231"/>
            <a:ext cx="3393815" cy="445759"/>
          </a:xfrm>
        </p:spPr>
        <p:txBody>
          <a:bodyPr>
            <a:normAutofit/>
          </a:bodyPr>
          <a:lstStyle>
            <a:lvl1pPr marL="0" indent="0" algn="l">
              <a:lnSpc>
                <a:spcPct val="120000"/>
              </a:lnSpc>
              <a:buNone/>
              <a:defRPr sz="1800" b="1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add subtitle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37AB56C-B41B-CC55-9382-96EC4394A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8785" y="6356355"/>
            <a:ext cx="11794435" cy="365125"/>
          </a:xfr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DDD2A080-DA64-4F5C-9131-47EB793B4410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6" name="Picture Placeholder 4">
            <a:extLst>
              <a:ext uri="{FF2B5EF4-FFF2-40B4-BE49-F238E27FC236}">
                <a16:creationId xmlns:a16="http://schemas.microsoft.com/office/drawing/2014/main" id="{5DF3D576-A408-574E-8770-A561A288394C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7118432" y="0"/>
            <a:ext cx="5057241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4541507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4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8200" y="6356355"/>
            <a:ext cx="1051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Geologica Light" pitchFamily="2" charset="0"/>
              </a:defRPr>
            </a:lvl1pPr>
          </a:lstStyle>
          <a:p>
            <a:fld id="{DDD2A080-DA64-4F5C-9131-47EB793B4410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Rectangle 104">
            <a:extLst>
              <a:ext uri="{FF2B5EF4-FFF2-40B4-BE49-F238E27FC236}">
                <a16:creationId xmlns:a16="http://schemas.microsoft.com/office/drawing/2014/main" id="{5E57D451-A14B-DD96-2E49-0A278E81AAF7}"/>
              </a:ext>
            </a:extLst>
          </p:cNvPr>
          <p:cNvSpPr>
            <a:spLocks noChangeArrowheads="1"/>
          </p:cNvSpPr>
          <p:nvPr userDrawn="1"/>
        </p:nvSpPr>
        <p:spPr bwMode="gray">
          <a:xfrm flipH="1">
            <a:off x="-3687885" y="0"/>
            <a:ext cx="19633024" cy="685420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72000" tIns="180000" rIns="72000" bIns="18000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endParaRPr kumimoji="0" lang="en-GB" altLang="en-US" sz="1200" b="1" i="0" u="none" strike="noStrike" kern="0" cap="none" spc="0" normalizeH="0" baseline="0" noProof="0">
              <a:ln>
                <a:noFill/>
              </a:ln>
              <a:solidFill>
                <a:srgbClr val="FDFDFD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70A8CC-BFFD-D147-0EC0-034F62DAC563}"/>
              </a:ext>
            </a:extLst>
          </p:cNvPr>
          <p:cNvSpPr/>
          <p:nvPr userDrawn="1"/>
        </p:nvSpPr>
        <p:spPr>
          <a:xfrm>
            <a:off x="0" y="6019799"/>
            <a:ext cx="12187070" cy="842964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7" name="Rectangle 104">
            <a:extLst>
              <a:ext uri="{FF2B5EF4-FFF2-40B4-BE49-F238E27FC236}">
                <a16:creationId xmlns:a16="http://schemas.microsoft.com/office/drawing/2014/main" id="{4D3BC0D3-A600-F01B-7163-2437AF00A03F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12263437" y="6019797"/>
            <a:ext cx="3681702" cy="842966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txBody>
          <a:bodyPr wrap="square" lIns="180000" tIns="180000" rIns="72000" bIns="18000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1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</a:rPr>
              <a:t>NO CONTENT BETWEEN THESE RED LINES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FB47409-E241-BC4C-846C-9A6C0703E487}"/>
              </a:ext>
            </a:extLst>
          </p:cNvPr>
          <p:cNvGrpSpPr/>
          <p:nvPr userDrawn="1"/>
        </p:nvGrpSpPr>
        <p:grpSpPr>
          <a:xfrm>
            <a:off x="12263438" y="0"/>
            <a:ext cx="3681702" cy="3436620"/>
            <a:chOff x="12263438" y="0"/>
            <a:chExt cx="3681702" cy="3436620"/>
          </a:xfrm>
        </p:grpSpPr>
        <p:sp>
          <p:nvSpPr>
            <p:cNvPr id="9" name="Rectangle 104">
              <a:extLst>
                <a:ext uri="{FF2B5EF4-FFF2-40B4-BE49-F238E27FC236}">
                  <a16:creationId xmlns:a16="http://schemas.microsoft.com/office/drawing/2014/main" id="{03DE24EE-1E47-E439-3FB6-2047D582790F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12263438" y="0"/>
              <a:ext cx="3681702" cy="3436620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  <a:effectLst/>
          </p:spPr>
          <p:txBody>
            <a:bodyPr wrap="square" lIns="180000" tIns="180000" rIns="180000" bIns="180000" anchor="ctr">
              <a:noAutofit/>
            </a:bodyPr>
            <a:lstStyle/>
            <a:p>
              <a:endParaRPr lang="en-GB" sz="1000" noProof="0">
                <a:solidFill>
                  <a:schemeClr val="tx1"/>
                </a:solidFill>
              </a:endParaRPr>
            </a:p>
          </p:txBody>
        </p:sp>
        <p:sp>
          <p:nvSpPr>
            <p:cNvPr id="10" name="Rectangle 105">
              <a:extLst>
                <a:ext uri="{FF2B5EF4-FFF2-40B4-BE49-F238E27FC236}">
                  <a16:creationId xmlns:a16="http://schemas.microsoft.com/office/drawing/2014/main" id="{970F93B6-0E94-D05C-3959-28D70D3DDA6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14195425" y="601407"/>
              <a:ext cx="215900" cy="215228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GB" sz="1000">
                <a:solidFill>
                  <a:schemeClr val="tx1"/>
                </a:solidFill>
              </a:endParaRPr>
            </a:p>
          </p:txBody>
        </p:sp>
        <p:sp>
          <p:nvSpPr>
            <p:cNvPr id="11" name="Rectangle 106">
              <a:extLst>
                <a:ext uri="{FF2B5EF4-FFF2-40B4-BE49-F238E27FC236}">
                  <a16:creationId xmlns:a16="http://schemas.microsoft.com/office/drawing/2014/main" id="{EB9513A1-D980-2B25-AAA0-02E7D84E276A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14485938" y="601407"/>
              <a:ext cx="1368000" cy="258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Grey </a:t>
              </a:r>
            </a:p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RGB = 244, 244, 244</a:t>
              </a:r>
            </a:p>
          </p:txBody>
        </p:sp>
        <p:sp>
          <p:nvSpPr>
            <p:cNvPr id="12" name="Rectangle 107">
              <a:extLst>
                <a:ext uri="{FF2B5EF4-FFF2-40B4-BE49-F238E27FC236}">
                  <a16:creationId xmlns:a16="http://schemas.microsoft.com/office/drawing/2014/main" id="{EE22FCAB-8DE9-7ABA-ABB5-C31F836BC2F2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14195425" y="922551"/>
              <a:ext cx="215900" cy="21522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GB" sz="1000">
                <a:solidFill>
                  <a:schemeClr val="tx1"/>
                </a:solidFill>
              </a:endParaRPr>
            </a:p>
          </p:txBody>
        </p:sp>
        <p:sp>
          <p:nvSpPr>
            <p:cNvPr id="13" name="Rectangle 108">
              <a:extLst>
                <a:ext uri="{FF2B5EF4-FFF2-40B4-BE49-F238E27FC236}">
                  <a16:creationId xmlns:a16="http://schemas.microsoft.com/office/drawing/2014/main" id="{31F4049A-924E-B935-D6C1-7BD4EAD3D5F0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14485938" y="922551"/>
              <a:ext cx="1368000" cy="258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Text Colour</a:t>
              </a:r>
            </a:p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RGB = 112, 111, 111</a:t>
              </a:r>
            </a:p>
          </p:txBody>
        </p:sp>
        <p:sp>
          <p:nvSpPr>
            <p:cNvPr id="14" name="Rectangle 113">
              <a:extLst>
                <a:ext uri="{FF2B5EF4-FFF2-40B4-BE49-F238E27FC236}">
                  <a16:creationId xmlns:a16="http://schemas.microsoft.com/office/drawing/2014/main" id="{C5053F4E-1495-93D8-13C6-ADC272AFA25E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12427995" y="150750"/>
              <a:ext cx="1692000" cy="1491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200" b="1">
                  <a:solidFill>
                    <a:schemeClr val="tx1"/>
                  </a:solidFill>
                  <a:latin typeface="+mj-lt"/>
                </a:rPr>
                <a:t>COLOUR GUIDELINES</a:t>
              </a:r>
            </a:p>
          </p:txBody>
        </p:sp>
        <p:sp>
          <p:nvSpPr>
            <p:cNvPr id="15" name="Rectangle 109">
              <a:extLst>
                <a:ext uri="{FF2B5EF4-FFF2-40B4-BE49-F238E27FC236}">
                  <a16:creationId xmlns:a16="http://schemas.microsoft.com/office/drawing/2014/main" id="{EF5955DC-6951-047D-01EE-9F292070CBC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4195425" y="1466973"/>
              <a:ext cx="215900" cy="21522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GB" sz="1000">
                <a:solidFill>
                  <a:schemeClr val="tx1"/>
                </a:solidFill>
              </a:endParaRPr>
            </a:p>
          </p:txBody>
        </p:sp>
        <p:sp>
          <p:nvSpPr>
            <p:cNvPr id="16" name="Rectangle 110">
              <a:extLst>
                <a:ext uri="{FF2B5EF4-FFF2-40B4-BE49-F238E27FC236}">
                  <a16:creationId xmlns:a16="http://schemas.microsoft.com/office/drawing/2014/main" id="{6076F3E8-88DF-FC79-E7F3-838596D89D1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4485938" y="1466973"/>
              <a:ext cx="1368000" cy="258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Blue Tint 2</a:t>
              </a:r>
            </a:p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RGB = 0, 105, 180</a:t>
              </a:r>
            </a:p>
          </p:txBody>
        </p:sp>
        <p:sp>
          <p:nvSpPr>
            <p:cNvPr id="17" name="Rectangle 111">
              <a:extLst>
                <a:ext uri="{FF2B5EF4-FFF2-40B4-BE49-F238E27FC236}">
                  <a16:creationId xmlns:a16="http://schemas.microsoft.com/office/drawing/2014/main" id="{A208969D-A823-CCE7-F236-C7E18EA8551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4195425" y="1785022"/>
              <a:ext cx="215900" cy="21522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GB" sz="1000">
                <a:solidFill>
                  <a:schemeClr val="tx1"/>
                </a:solidFill>
              </a:endParaRPr>
            </a:p>
          </p:txBody>
        </p:sp>
        <p:sp>
          <p:nvSpPr>
            <p:cNvPr id="18" name="Rectangle 112">
              <a:extLst>
                <a:ext uri="{FF2B5EF4-FFF2-40B4-BE49-F238E27FC236}">
                  <a16:creationId xmlns:a16="http://schemas.microsoft.com/office/drawing/2014/main" id="{9BCB6A23-B5B8-D650-134B-3386AEE06286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4485938" y="1785022"/>
              <a:ext cx="1368000" cy="258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Blue Tint 4</a:t>
              </a:r>
            </a:p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RGB = 0, 149, 219 </a:t>
              </a:r>
            </a:p>
          </p:txBody>
        </p:sp>
        <p:sp>
          <p:nvSpPr>
            <p:cNvPr id="19" name="Rectangle 113">
              <a:extLst>
                <a:ext uri="{FF2B5EF4-FFF2-40B4-BE49-F238E27FC236}">
                  <a16:creationId xmlns:a16="http://schemas.microsoft.com/office/drawing/2014/main" id="{A1354C81-DEE3-C9DA-1F01-1EDCE12ABC33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12427995" y="1259970"/>
              <a:ext cx="1692000" cy="1491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 b="1">
                  <a:solidFill>
                    <a:schemeClr val="tx1"/>
                  </a:solidFill>
                  <a:latin typeface="+mj-lt"/>
                </a:rPr>
                <a:t>SECONDARY COLOURS (SC)</a:t>
              </a:r>
            </a:p>
          </p:txBody>
        </p:sp>
        <p:sp>
          <p:nvSpPr>
            <p:cNvPr id="20" name="Rectangle 105">
              <a:extLst>
                <a:ext uri="{FF2B5EF4-FFF2-40B4-BE49-F238E27FC236}">
                  <a16:creationId xmlns:a16="http://schemas.microsoft.com/office/drawing/2014/main" id="{572C9431-B3F9-AE71-73EE-4B4165EAEE5E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12427995" y="601407"/>
              <a:ext cx="215900" cy="21522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GB" sz="1000">
                <a:solidFill>
                  <a:schemeClr val="tx1"/>
                </a:solidFill>
              </a:endParaRPr>
            </a:p>
          </p:txBody>
        </p:sp>
        <p:sp>
          <p:nvSpPr>
            <p:cNvPr id="21" name="Rectangle 106">
              <a:extLst>
                <a:ext uri="{FF2B5EF4-FFF2-40B4-BE49-F238E27FC236}">
                  <a16:creationId xmlns:a16="http://schemas.microsoft.com/office/drawing/2014/main" id="{4DC06DE3-CF36-0976-2F99-64B7C6334C52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12718508" y="601407"/>
              <a:ext cx="1368000" cy="258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Levi 9 Blue </a:t>
              </a:r>
            </a:p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RGB =20, 52, 160</a:t>
              </a:r>
            </a:p>
          </p:txBody>
        </p:sp>
        <p:sp>
          <p:nvSpPr>
            <p:cNvPr id="22" name="Rectangle 107">
              <a:extLst>
                <a:ext uri="{FF2B5EF4-FFF2-40B4-BE49-F238E27FC236}">
                  <a16:creationId xmlns:a16="http://schemas.microsoft.com/office/drawing/2014/main" id="{A09F78CB-30B8-4972-5238-4B6AE124340E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12427995" y="922551"/>
              <a:ext cx="215900" cy="2152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GB" sz="1000">
                <a:solidFill>
                  <a:schemeClr val="tx1"/>
                </a:solidFill>
              </a:endParaRPr>
            </a:p>
          </p:txBody>
        </p:sp>
        <p:sp>
          <p:nvSpPr>
            <p:cNvPr id="23" name="Rectangle 108">
              <a:extLst>
                <a:ext uri="{FF2B5EF4-FFF2-40B4-BE49-F238E27FC236}">
                  <a16:creationId xmlns:a16="http://schemas.microsoft.com/office/drawing/2014/main" id="{DC14571A-15A3-552C-8FFD-BCD429516248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12718508" y="922551"/>
              <a:ext cx="1368000" cy="258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White </a:t>
              </a:r>
            </a:p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RGB = 255, 255, 255</a:t>
              </a:r>
            </a:p>
          </p:txBody>
        </p:sp>
        <p:sp>
          <p:nvSpPr>
            <p:cNvPr id="24" name="Rectangle 109">
              <a:extLst>
                <a:ext uri="{FF2B5EF4-FFF2-40B4-BE49-F238E27FC236}">
                  <a16:creationId xmlns:a16="http://schemas.microsoft.com/office/drawing/2014/main" id="{032CAC56-D143-84F3-14F1-21F52F634E03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12427995" y="1466973"/>
              <a:ext cx="215900" cy="21522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GB" sz="1000">
                <a:solidFill>
                  <a:schemeClr val="tx1"/>
                </a:solidFill>
              </a:endParaRPr>
            </a:p>
          </p:txBody>
        </p:sp>
        <p:sp>
          <p:nvSpPr>
            <p:cNvPr id="25" name="Rectangle 110">
              <a:extLst>
                <a:ext uri="{FF2B5EF4-FFF2-40B4-BE49-F238E27FC236}">
                  <a16:creationId xmlns:a16="http://schemas.microsoft.com/office/drawing/2014/main" id="{1DED48CD-1615-A073-4FF1-0042387C1156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12718508" y="1466973"/>
              <a:ext cx="1368000" cy="258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Blue Tint 1 </a:t>
              </a:r>
            </a:p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RGB = 0, 79, 159</a:t>
              </a:r>
            </a:p>
          </p:txBody>
        </p:sp>
        <p:sp>
          <p:nvSpPr>
            <p:cNvPr id="26" name="Rectangle 111">
              <a:extLst>
                <a:ext uri="{FF2B5EF4-FFF2-40B4-BE49-F238E27FC236}">
                  <a16:creationId xmlns:a16="http://schemas.microsoft.com/office/drawing/2014/main" id="{2D81CFC6-245F-3F94-D81E-AF6D78FCC21E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12427995" y="1785022"/>
              <a:ext cx="215900" cy="21522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GB" sz="1000">
                <a:solidFill>
                  <a:schemeClr val="tx1"/>
                </a:solidFill>
              </a:endParaRPr>
            </a:p>
          </p:txBody>
        </p:sp>
        <p:sp>
          <p:nvSpPr>
            <p:cNvPr id="27" name="Rectangle 112">
              <a:extLst>
                <a:ext uri="{FF2B5EF4-FFF2-40B4-BE49-F238E27FC236}">
                  <a16:creationId xmlns:a16="http://schemas.microsoft.com/office/drawing/2014/main" id="{430AF056-9FF2-330E-EA4F-B749939764C4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12718508" y="1785022"/>
              <a:ext cx="1368000" cy="258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Blue Tint 3 </a:t>
              </a:r>
            </a:p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RGB = 0, 128, 201</a:t>
              </a:r>
            </a:p>
          </p:txBody>
        </p:sp>
        <p:sp>
          <p:nvSpPr>
            <p:cNvPr id="28" name="Rectangle 113">
              <a:extLst>
                <a:ext uri="{FF2B5EF4-FFF2-40B4-BE49-F238E27FC236}">
                  <a16:creationId xmlns:a16="http://schemas.microsoft.com/office/drawing/2014/main" id="{0C641932-6E55-085F-DD2A-818C3B02DD52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12427995" y="406530"/>
              <a:ext cx="1692000" cy="1491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 b="1">
                  <a:solidFill>
                    <a:schemeClr val="tx1"/>
                  </a:solidFill>
                  <a:latin typeface="+mj-lt"/>
                </a:rPr>
                <a:t>PRIMARY COLOURS (PC)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EE631FDB-00B4-CE4C-040C-D0ABAEC16181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14195425" y="2381373"/>
              <a:ext cx="215900" cy="215228"/>
            </a:xfrm>
            <a:prstGeom prst="rect">
              <a:avLst/>
            </a:prstGeom>
            <a:solidFill>
              <a:srgbClr val="FFD203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GB" sz="1000">
                <a:solidFill>
                  <a:schemeClr val="tx1"/>
                </a:solidFill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6709731-74EC-630C-6CCE-7E01CB485F9E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14485938" y="2381373"/>
              <a:ext cx="1368000" cy="258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Pale</a:t>
              </a:r>
            </a:p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RGB = 255, 210, 3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DD34CBC5-9204-A9C5-451A-FE85FB58A882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14195425" y="2699422"/>
              <a:ext cx="215900" cy="215228"/>
            </a:xfrm>
            <a:prstGeom prst="rect">
              <a:avLst/>
            </a:prstGeom>
            <a:solidFill>
              <a:srgbClr val="FF7D77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GB" sz="1000">
                <a:solidFill>
                  <a:schemeClr val="tx1"/>
                </a:solidFill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1955A692-C0E4-DDB0-B762-90715F10899E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14485938" y="2699422"/>
              <a:ext cx="1368000" cy="258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Pink</a:t>
              </a:r>
            </a:p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RGB = 255, 125, 119 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2C7ECC2-5FCD-F179-E15E-00C5C635EAB8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12427995" y="2174370"/>
              <a:ext cx="1692000" cy="1491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 b="1">
                  <a:solidFill>
                    <a:schemeClr val="tx1"/>
                  </a:solidFill>
                  <a:latin typeface="+mj-lt"/>
                </a:rPr>
                <a:t>TERTIARY COLOURS (TC)</a:t>
              </a:r>
            </a:p>
          </p:txBody>
        </p:sp>
        <p:sp>
          <p:nvSpPr>
            <p:cNvPr id="34" name="Rectangle 109">
              <a:extLst>
                <a:ext uri="{FF2B5EF4-FFF2-40B4-BE49-F238E27FC236}">
                  <a16:creationId xmlns:a16="http://schemas.microsoft.com/office/drawing/2014/main" id="{FBFEB116-2C25-7E52-90D6-601B38BF6586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12427995" y="2381373"/>
              <a:ext cx="215900" cy="215228"/>
            </a:xfrm>
            <a:prstGeom prst="rect">
              <a:avLst/>
            </a:prstGeom>
            <a:solidFill>
              <a:srgbClr val="F6FF00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GB" sz="1000">
                <a:solidFill>
                  <a:schemeClr val="tx1"/>
                </a:solidFill>
              </a:endParaRPr>
            </a:p>
          </p:txBody>
        </p:sp>
        <p:sp>
          <p:nvSpPr>
            <p:cNvPr id="35" name="Rectangle 110">
              <a:extLst>
                <a:ext uri="{FF2B5EF4-FFF2-40B4-BE49-F238E27FC236}">
                  <a16:creationId xmlns:a16="http://schemas.microsoft.com/office/drawing/2014/main" id="{76559AFF-E705-FCE5-87B2-226979E37349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12718508" y="2381373"/>
              <a:ext cx="1368000" cy="258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Yellow</a:t>
              </a:r>
            </a:p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RGB = 246, 255, 0</a:t>
              </a:r>
            </a:p>
          </p:txBody>
        </p:sp>
        <p:sp>
          <p:nvSpPr>
            <p:cNvPr id="36" name="Rectangle 111">
              <a:extLst>
                <a:ext uri="{FF2B5EF4-FFF2-40B4-BE49-F238E27FC236}">
                  <a16:creationId xmlns:a16="http://schemas.microsoft.com/office/drawing/2014/main" id="{98DFDD1B-2E52-F597-F827-8B782AC1BB51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12427995" y="2699422"/>
              <a:ext cx="215900" cy="215228"/>
            </a:xfrm>
            <a:prstGeom prst="rect">
              <a:avLst/>
            </a:prstGeom>
            <a:solidFill>
              <a:srgbClr val="FF6608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GB" sz="1000">
                <a:solidFill>
                  <a:schemeClr val="tx1"/>
                </a:solidFill>
              </a:endParaRPr>
            </a:p>
          </p:txBody>
        </p:sp>
        <p:sp>
          <p:nvSpPr>
            <p:cNvPr id="37" name="Rectangle 112">
              <a:extLst>
                <a:ext uri="{FF2B5EF4-FFF2-40B4-BE49-F238E27FC236}">
                  <a16:creationId xmlns:a16="http://schemas.microsoft.com/office/drawing/2014/main" id="{112F3B57-7AA0-2C7C-2E70-7C93C454A5E0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12718508" y="2699422"/>
              <a:ext cx="1368000" cy="258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Orange</a:t>
              </a:r>
            </a:p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RGB = 255, 102, 8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0AD0FC07-3D44-0734-5000-0A300D5FB32A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14195425" y="3042322"/>
              <a:ext cx="215900" cy="215228"/>
            </a:xfrm>
            <a:prstGeom prst="rect">
              <a:avLst/>
            </a:prstGeom>
            <a:solidFill>
              <a:srgbClr val="009892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GB" sz="1000">
                <a:solidFill>
                  <a:schemeClr val="tx1"/>
                </a:solidFill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C418539E-A2BD-01C8-6C1C-EA5C5388E78E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14485938" y="3042322"/>
              <a:ext cx="1368000" cy="258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Teal</a:t>
              </a:r>
            </a:p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RGB = 0, 152, 146</a:t>
              </a:r>
            </a:p>
          </p:txBody>
        </p:sp>
        <p:sp>
          <p:nvSpPr>
            <p:cNvPr id="40" name="Rectangle 111">
              <a:extLst>
                <a:ext uri="{FF2B5EF4-FFF2-40B4-BE49-F238E27FC236}">
                  <a16:creationId xmlns:a16="http://schemas.microsoft.com/office/drawing/2014/main" id="{20C9FA0B-5AF9-C87F-B569-343F571B84CD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12427995" y="3042322"/>
              <a:ext cx="215900" cy="215228"/>
            </a:xfrm>
            <a:prstGeom prst="rect">
              <a:avLst/>
            </a:prstGeom>
            <a:solidFill>
              <a:srgbClr val="00A13A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GB" sz="1000">
                <a:solidFill>
                  <a:schemeClr val="tx1"/>
                </a:solidFill>
              </a:endParaRPr>
            </a:p>
          </p:txBody>
        </p:sp>
        <p:sp>
          <p:nvSpPr>
            <p:cNvPr id="41" name="Rectangle 112">
              <a:extLst>
                <a:ext uri="{FF2B5EF4-FFF2-40B4-BE49-F238E27FC236}">
                  <a16:creationId xmlns:a16="http://schemas.microsoft.com/office/drawing/2014/main" id="{7B72E34F-91FF-4772-8B38-3B14CAEC0272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12718508" y="3042322"/>
              <a:ext cx="1368000" cy="258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Green</a:t>
              </a:r>
            </a:p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RGB = 0, 161, 58 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F425DAD-2A85-66E7-0E0D-B7F890D4EA30}"/>
              </a:ext>
            </a:extLst>
          </p:cNvPr>
          <p:cNvGrpSpPr/>
          <p:nvPr userDrawn="1"/>
        </p:nvGrpSpPr>
        <p:grpSpPr>
          <a:xfrm>
            <a:off x="11231550" y="6250328"/>
            <a:ext cx="301637" cy="363217"/>
            <a:chOff x="10789528" y="6237520"/>
            <a:chExt cx="312274" cy="376026"/>
          </a:xfrm>
        </p:grpSpPr>
        <p:sp>
          <p:nvSpPr>
            <p:cNvPr id="43" name="Freeform 5">
              <a:extLst>
                <a:ext uri="{FF2B5EF4-FFF2-40B4-BE49-F238E27FC236}">
                  <a16:creationId xmlns:a16="http://schemas.microsoft.com/office/drawing/2014/main" id="{4139D580-25A1-2461-2F49-2B67F00837F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789528" y="6237520"/>
              <a:ext cx="312274" cy="376026"/>
            </a:xfrm>
            <a:custGeom>
              <a:avLst/>
              <a:gdLst>
                <a:gd name="T0" fmla="*/ 358 w 424"/>
                <a:gd name="T1" fmla="*/ 55 h 509"/>
                <a:gd name="T2" fmla="*/ 209 w 424"/>
                <a:gd name="T3" fmla="*/ 0 h 509"/>
                <a:gd name="T4" fmla="*/ 62 w 424"/>
                <a:gd name="T5" fmla="*/ 61 h 509"/>
                <a:gd name="T6" fmla="*/ 0 w 424"/>
                <a:gd name="T7" fmla="*/ 206 h 509"/>
                <a:gd name="T8" fmla="*/ 141 w 424"/>
                <a:gd name="T9" fmla="*/ 398 h 509"/>
                <a:gd name="T10" fmla="*/ 184 w 424"/>
                <a:gd name="T11" fmla="*/ 330 h 509"/>
                <a:gd name="T12" fmla="*/ 80 w 424"/>
                <a:gd name="T13" fmla="*/ 205 h 509"/>
                <a:gd name="T14" fmla="*/ 211 w 424"/>
                <a:gd name="T15" fmla="*/ 76 h 509"/>
                <a:gd name="T16" fmla="*/ 345 w 424"/>
                <a:gd name="T17" fmla="*/ 202 h 509"/>
                <a:gd name="T18" fmla="*/ 311 w 424"/>
                <a:gd name="T19" fmla="*/ 299 h 509"/>
                <a:gd name="T20" fmla="*/ 310 w 424"/>
                <a:gd name="T21" fmla="*/ 299 h 509"/>
                <a:gd name="T22" fmla="*/ 310 w 424"/>
                <a:gd name="T23" fmla="*/ 300 h 509"/>
                <a:gd name="T24" fmla="*/ 169 w 424"/>
                <a:gd name="T25" fmla="*/ 509 h 509"/>
                <a:gd name="T26" fmla="*/ 242 w 424"/>
                <a:gd name="T27" fmla="*/ 509 h 509"/>
                <a:gd name="T28" fmla="*/ 275 w 424"/>
                <a:gd name="T29" fmla="*/ 491 h 509"/>
                <a:gd name="T30" fmla="*/ 352 w 424"/>
                <a:gd name="T31" fmla="*/ 366 h 509"/>
                <a:gd name="T32" fmla="*/ 367 w 424"/>
                <a:gd name="T33" fmla="*/ 343 h 509"/>
                <a:gd name="T34" fmla="*/ 424 w 424"/>
                <a:gd name="T35" fmla="*/ 200 h 509"/>
                <a:gd name="T36" fmla="*/ 358 w 424"/>
                <a:gd name="T37" fmla="*/ 55 h 5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24" h="509">
                  <a:moveTo>
                    <a:pt x="358" y="55"/>
                  </a:moveTo>
                  <a:cubicBezTo>
                    <a:pt x="319" y="20"/>
                    <a:pt x="264" y="0"/>
                    <a:pt x="209" y="0"/>
                  </a:cubicBezTo>
                  <a:cubicBezTo>
                    <a:pt x="154" y="0"/>
                    <a:pt x="101" y="22"/>
                    <a:pt x="62" y="61"/>
                  </a:cubicBezTo>
                  <a:cubicBezTo>
                    <a:pt x="22" y="100"/>
                    <a:pt x="0" y="152"/>
                    <a:pt x="0" y="206"/>
                  </a:cubicBezTo>
                  <a:cubicBezTo>
                    <a:pt x="0" y="296"/>
                    <a:pt x="56" y="372"/>
                    <a:pt x="141" y="398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24" y="319"/>
                    <a:pt x="80" y="268"/>
                    <a:pt x="80" y="205"/>
                  </a:cubicBezTo>
                  <a:cubicBezTo>
                    <a:pt x="80" y="134"/>
                    <a:pt x="138" y="76"/>
                    <a:pt x="211" y="76"/>
                  </a:cubicBezTo>
                  <a:cubicBezTo>
                    <a:pt x="277" y="76"/>
                    <a:pt x="345" y="123"/>
                    <a:pt x="345" y="202"/>
                  </a:cubicBezTo>
                  <a:cubicBezTo>
                    <a:pt x="345" y="239"/>
                    <a:pt x="327" y="271"/>
                    <a:pt x="311" y="299"/>
                  </a:cubicBezTo>
                  <a:cubicBezTo>
                    <a:pt x="310" y="299"/>
                    <a:pt x="310" y="299"/>
                    <a:pt x="310" y="299"/>
                  </a:cubicBezTo>
                  <a:cubicBezTo>
                    <a:pt x="310" y="300"/>
                    <a:pt x="310" y="300"/>
                    <a:pt x="310" y="300"/>
                  </a:cubicBezTo>
                  <a:cubicBezTo>
                    <a:pt x="169" y="509"/>
                    <a:pt x="169" y="509"/>
                    <a:pt x="169" y="509"/>
                  </a:cubicBezTo>
                  <a:cubicBezTo>
                    <a:pt x="242" y="509"/>
                    <a:pt x="242" y="509"/>
                    <a:pt x="242" y="509"/>
                  </a:cubicBezTo>
                  <a:cubicBezTo>
                    <a:pt x="255" y="509"/>
                    <a:pt x="268" y="502"/>
                    <a:pt x="275" y="491"/>
                  </a:cubicBezTo>
                  <a:cubicBezTo>
                    <a:pt x="352" y="366"/>
                    <a:pt x="352" y="366"/>
                    <a:pt x="352" y="366"/>
                  </a:cubicBezTo>
                  <a:cubicBezTo>
                    <a:pt x="357" y="358"/>
                    <a:pt x="362" y="350"/>
                    <a:pt x="367" y="343"/>
                  </a:cubicBezTo>
                  <a:cubicBezTo>
                    <a:pt x="395" y="297"/>
                    <a:pt x="424" y="249"/>
                    <a:pt x="424" y="200"/>
                  </a:cubicBezTo>
                  <a:cubicBezTo>
                    <a:pt x="424" y="127"/>
                    <a:pt x="388" y="81"/>
                    <a:pt x="358" y="55"/>
                  </a:cubicBezTo>
                </a:path>
              </a:pathLst>
            </a:custGeom>
            <a:solidFill>
              <a:srgbClr val="1434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/>
            </a:p>
          </p:txBody>
        </p:sp>
        <p:sp>
          <p:nvSpPr>
            <p:cNvPr id="44" name="Oval 6">
              <a:extLst>
                <a:ext uri="{FF2B5EF4-FFF2-40B4-BE49-F238E27FC236}">
                  <a16:creationId xmlns:a16="http://schemas.microsoft.com/office/drawing/2014/main" id="{BF6D3DAA-F7EB-5170-6746-C5D30262A07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0905145" y="6343773"/>
              <a:ext cx="81760" cy="82121"/>
            </a:xfrm>
            <a:prstGeom prst="ellipse">
              <a:avLst/>
            </a:prstGeom>
            <a:solidFill>
              <a:srgbClr val="1434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/>
            </a:p>
          </p:txBody>
        </p:sp>
      </p:grpSp>
      <p:sp>
        <p:nvSpPr>
          <p:cNvPr id="45" name="Footer Placeholder 34">
            <a:extLst>
              <a:ext uri="{FF2B5EF4-FFF2-40B4-BE49-F238E27FC236}">
                <a16:creationId xmlns:a16="http://schemas.microsoft.com/office/drawing/2014/main" id="{C5576004-F42C-8EF7-EE6A-2875D7DEC4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3690" y="6370641"/>
            <a:ext cx="8912269" cy="189708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nl-NL"/>
          </a:p>
        </p:txBody>
      </p:sp>
      <p:sp>
        <p:nvSpPr>
          <p:cNvPr id="46" name="Rectangle 104">
            <a:extLst>
              <a:ext uri="{FF2B5EF4-FFF2-40B4-BE49-F238E27FC236}">
                <a16:creationId xmlns:a16="http://schemas.microsoft.com/office/drawing/2014/main" id="{F22EDA4C-F9B8-0A55-67D5-59B480542922}"/>
              </a:ext>
            </a:extLst>
          </p:cNvPr>
          <p:cNvSpPr>
            <a:spLocks noChangeArrowheads="1"/>
          </p:cNvSpPr>
          <p:nvPr userDrawn="1"/>
        </p:nvSpPr>
        <p:spPr bwMode="gray">
          <a:xfrm flipH="1">
            <a:off x="-3101342" y="503263"/>
            <a:ext cx="3018787" cy="756707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txBody>
          <a:bodyPr wrap="square" lIns="180000" tIns="180000" rIns="180000" bIns="18000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1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</a:rPr>
              <a:t>INSERT TITLE HERE NOT MORE THAN 2 LINES OF TEXT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5D3136D9-CA6C-F093-78B5-8EAFC92AC315}"/>
              </a:ext>
            </a:extLst>
          </p:cNvPr>
          <p:cNvGrpSpPr/>
          <p:nvPr userDrawn="1"/>
        </p:nvGrpSpPr>
        <p:grpSpPr>
          <a:xfrm>
            <a:off x="-3101340" y="515833"/>
            <a:ext cx="3018790" cy="744137"/>
            <a:chOff x="-460208" y="515833"/>
            <a:chExt cx="377657" cy="744137"/>
          </a:xfrm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5BC7F708-8E86-C6EF-0F3C-8A57366D53C5}"/>
                </a:ext>
              </a:extLst>
            </p:cNvPr>
            <p:cNvCxnSpPr/>
            <p:nvPr userDrawn="1"/>
          </p:nvCxnSpPr>
          <p:spPr bwMode="gray">
            <a:xfrm flipH="1">
              <a:off x="-460208" y="1259970"/>
              <a:ext cx="377657" cy="0"/>
            </a:xfrm>
            <a:prstGeom prst="line">
              <a:avLst/>
            </a:prstGeom>
            <a:noFill/>
            <a:ln w="6350" cap="flat" cmpd="sng" algn="ctr">
              <a:solidFill>
                <a:srgbClr val="FF0000"/>
              </a:solidFill>
              <a:prstDash val="dash"/>
              <a:miter lim="800000"/>
            </a:ln>
            <a:effectLst/>
          </p:spPr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CC9B3A68-CC06-4AEC-3F69-031542F47155}"/>
                </a:ext>
              </a:extLst>
            </p:cNvPr>
            <p:cNvCxnSpPr/>
            <p:nvPr userDrawn="1"/>
          </p:nvCxnSpPr>
          <p:spPr bwMode="gray">
            <a:xfrm flipH="1">
              <a:off x="-460208" y="515833"/>
              <a:ext cx="377657" cy="0"/>
            </a:xfrm>
            <a:prstGeom prst="line">
              <a:avLst/>
            </a:prstGeom>
            <a:noFill/>
            <a:ln w="6350" cap="flat" cmpd="sng" algn="ctr">
              <a:solidFill>
                <a:srgbClr val="FF0000"/>
              </a:solidFill>
              <a:prstDash val="dash"/>
              <a:miter lim="800000"/>
            </a:ln>
            <a:effectLst/>
          </p:spPr>
        </p:cxnSp>
      </p:grpSp>
      <p:sp>
        <p:nvSpPr>
          <p:cNvPr id="50" name="Rectangle 49">
            <a:extLst>
              <a:ext uri="{FF2B5EF4-FFF2-40B4-BE49-F238E27FC236}">
                <a16:creationId xmlns:a16="http://schemas.microsoft.com/office/drawing/2014/main" id="{802C6057-516B-AD1E-0607-CCB05460A2D7}"/>
              </a:ext>
            </a:extLst>
          </p:cNvPr>
          <p:cNvSpPr/>
          <p:nvPr userDrawn="1"/>
        </p:nvSpPr>
        <p:spPr bwMode="gray">
          <a:xfrm>
            <a:off x="-3101340" y="1544635"/>
            <a:ext cx="3018790" cy="4379651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0" tIns="108000" rIns="180000" bIns="108000" rtlCol="0" anchor="t" anchorCtr="0">
            <a:noAutofit/>
          </a:bodyPr>
          <a:lstStyle/>
          <a:p>
            <a:pPr algn="l"/>
            <a:r>
              <a:rPr lang="en-GB" sz="1200" b="1" noProof="0">
                <a:solidFill>
                  <a:schemeClr val="tx1"/>
                </a:solidFill>
                <a:latin typeface="+mj-lt"/>
              </a:rPr>
              <a:t>TEXT LEVELS AND BULLETS</a:t>
            </a:r>
          </a:p>
          <a:p>
            <a:pPr algn="l"/>
            <a:r>
              <a:rPr lang="en-GB" sz="1000" b="0" noProof="0">
                <a:solidFill>
                  <a:schemeClr val="tx1"/>
                </a:solidFill>
              </a:rPr>
              <a:t>Only use the </a:t>
            </a:r>
            <a:r>
              <a:rPr lang="en-GB" sz="1000" b="0" u="sng" noProof="0">
                <a:solidFill>
                  <a:schemeClr val="tx1"/>
                </a:solidFill>
              </a:rPr>
              <a:t>List Level buttons</a:t>
            </a:r>
            <a:r>
              <a:rPr lang="en-GB" sz="1000" b="0" noProof="0">
                <a:solidFill>
                  <a:schemeClr val="tx1"/>
                </a:solidFill>
              </a:rPr>
              <a:t> to apply the</a:t>
            </a:r>
            <a:r>
              <a:rPr lang="en-GB" sz="1000" b="0" baseline="0" noProof="0">
                <a:solidFill>
                  <a:schemeClr val="tx1"/>
                </a:solidFill>
              </a:rPr>
              <a:t> </a:t>
            </a:r>
            <a:r>
              <a:rPr lang="en-GB" sz="1000" b="0" i="0" u="none" baseline="0" noProof="0">
                <a:solidFill>
                  <a:schemeClr val="tx1"/>
                </a:solidFill>
              </a:rPr>
              <a:t>correct text levels and Levi Nine coloured bullets. </a:t>
            </a:r>
          </a:p>
          <a:p>
            <a:pPr algn="l"/>
            <a:r>
              <a:rPr lang="en-GB" sz="1000" b="0" i="0" u="none" baseline="0" noProof="0">
                <a:solidFill>
                  <a:schemeClr val="tx1"/>
                </a:solidFill>
              </a:rPr>
              <a:t>Select your text and click on </a:t>
            </a:r>
            <a:r>
              <a:rPr lang="en-GB" sz="1000" b="1" i="0" u="none" baseline="0" noProof="0">
                <a:solidFill>
                  <a:schemeClr val="tx1"/>
                </a:solidFill>
              </a:rPr>
              <a:t>“Increase- or Decrease List Level”</a:t>
            </a:r>
          </a:p>
          <a:p>
            <a:pPr algn="l"/>
            <a:endParaRPr lang="en-GB" sz="1000" b="0" i="0" u="none" baseline="0" noProof="0">
              <a:solidFill>
                <a:schemeClr val="tx1"/>
              </a:solidFill>
            </a:endParaRPr>
          </a:p>
          <a:p>
            <a:pPr algn="l"/>
            <a:endParaRPr lang="en-GB" sz="1000" b="0" i="0" u="none" baseline="0" noProof="0">
              <a:solidFill>
                <a:schemeClr val="tx1"/>
              </a:solidFill>
            </a:endParaRPr>
          </a:p>
          <a:p>
            <a:pPr algn="l"/>
            <a:endParaRPr lang="en-GB" sz="1000" b="0" i="0" u="none" baseline="0" noProof="0">
              <a:solidFill>
                <a:schemeClr val="tx1"/>
              </a:solidFill>
            </a:endParaRPr>
          </a:p>
          <a:p>
            <a:pPr algn="l"/>
            <a:endParaRPr lang="en-GB" sz="1000" b="0" i="0" u="none" baseline="0" noProof="0">
              <a:solidFill>
                <a:schemeClr val="tx1"/>
              </a:solidFill>
            </a:endParaRPr>
          </a:p>
          <a:p>
            <a:pPr algn="l"/>
            <a:endParaRPr lang="en-GB" sz="1000" b="0" i="0" u="none" baseline="0" noProof="0">
              <a:solidFill>
                <a:schemeClr val="tx1"/>
              </a:solidFill>
            </a:endParaRPr>
          </a:p>
          <a:p>
            <a:pPr algn="l"/>
            <a:endParaRPr lang="en-GB" sz="1000" b="0" i="0" u="none" baseline="0" noProof="0">
              <a:solidFill>
                <a:schemeClr val="tx1"/>
              </a:solidFill>
            </a:endParaRPr>
          </a:p>
          <a:p>
            <a:pPr algn="l"/>
            <a:endParaRPr lang="en-GB" sz="1000" b="0" i="0" u="none" baseline="0" noProof="0">
              <a:solidFill>
                <a:schemeClr val="tx1"/>
              </a:solidFill>
            </a:endParaRPr>
          </a:p>
          <a:p>
            <a:pPr algn="l"/>
            <a:endParaRPr lang="en-GB" sz="900" b="0" i="0" u="none" baseline="0" noProof="0">
              <a:solidFill>
                <a:schemeClr val="tx1"/>
              </a:solidFill>
            </a:endParaRPr>
          </a:p>
          <a:p>
            <a:pPr algn="l"/>
            <a:r>
              <a:rPr lang="en-GB" sz="1200" b="1" kern="1200" noProof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LIST LEVELS</a:t>
            </a:r>
          </a:p>
          <a:p>
            <a:pPr algn="l"/>
            <a:r>
              <a:rPr lang="en-GB" sz="2800" b="0" kern="1200" baseline="0" noProof="0">
                <a:solidFill>
                  <a:schemeClr val="tx2"/>
                </a:solidFill>
                <a:latin typeface="+mj-lt"/>
                <a:ea typeface="+mn-ea"/>
                <a:cs typeface="ING Me" pitchFamily="2" charset="0"/>
              </a:rPr>
              <a:t>Text Level 1</a:t>
            </a:r>
          </a:p>
          <a:p>
            <a:pPr algn="l"/>
            <a:r>
              <a:rPr lang="en-GB" sz="2000" b="0" kern="1200" baseline="0" noProof="0">
                <a:solidFill>
                  <a:schemeClr val="tx1"/>
                </a:solidFill>
                <a:latin typeface="+mn-lt"/>
                <a:ea typeface="+mn-ea"/>
                <a:cs typeface="ING Me" pitchFamily="2" charset="0"/>
              </a:rPr>
              <a:t>Text Level 2</a:t>
            </a:r>
          </a:p>
          <a:p>
            <a:pPr marL="180975" lvl="2" indent="-180975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80000"/>
              <a:buFont typeface="Franklin Gothic Book" panose="020B0503020102020204" pitchFamily="34" charset="0"/>
              <a:buChar char="•"/>
            </a:pPr>
            <a:r>
              <a:rPr lang="en-GB" sz="2000" kern="1200" baseline="0" noProof="0">
                <a:solidFill>
                  <a:schemeClr val="tx1"/>
                </a:solidFill>
                <a:latin typeface="+mn-lt"/>
                <a:ea typeface="+mn-ea"/>
                <a:cs typeface="ING Me" pitchFamily="2" charset="0"/>
              </a:rPr>
              <a:t>Text Level 3</a:t>
            </a:r>
          </a:p>
          <a:p>
            <a:pPr marL="361950" lvl="3" indent="-180975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Franklin Gothic Book" panose="020B0503020102020204" pitchFamily="34" charset="0"/>
              <a:buChar char="•"/>
            </a:pPr>
            <a:r>
              <a:rPr lang="en-GB" sz="2000" kern="1200" baseline="0" noProof="0">
                <a:solidFill>
                  <a:schemeClr val="tx1"/>
                </a:solidFill>
                <a:latin typeface="+mn-lt"/>
                <a:ea typeface="+mn-ea"/>
                <a:cs typeface="ING Me" pitchFamily="2" charset="0"/>
              </a:rPr>
              <a:t>Text Level 4</a:t>
            </a:r>
          </a:p>
          <a:p>
            <a:pPr marL="542925" lvl="4" indent="-180975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ct val="80000"/>
              <a:buFont typeface="Franklin Gothic Book" panose="020B0503020102020204" pitchFamily="34" charset="0"/>
              <a:buChar char="•"/>
            </a:pPr>
            <a:r>
              <a:rPr lang="en-GB" sz="2000" kern="1200" baseline="0" noProof="0">
                <a:solidFill>
                  <a:schemeClr val="tx1"/>
                </a:solidFill>
                <a:latin typeface="+mn-lt"/>
                <a:ea typeface="+mn-ea"/>
                <a:cs typeface="ING Me" pitchFamily="2" charset="0"/>
              </a:rPr>
              <a:t>Text Level 5</a:t>
            </a:r>
          </a:p>
          <a:p>
            <a:pPr marL="714375" lvl="5" indent="-171450" algn="l" defTabSz="9144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6"/>
              </a:buClr>
              <a:buSzPct val="80000"/>
              <a:buFont typeface="Franklin Gothic Book" panose="020B0503020102020204" pitchFamily="34" charset="0"/>
              <a:buChar char="•"/>
            </a:pPr>
            <a:r>
              <a:rPr lang="en-GB" sz="20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 Level 6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31A30966-C5CD-6999-7659-EA08B68FA907}"/>
              </a:ext>
            </a:extLst>
          </p:cNvPr>
          <p:cNvGrpSpPr/>
          <p:nvPr userDrawn="1"/>
        </p:nvGrpSpPr>
        <p:grpSpPr bwMode="gray">
          <a:xfrm>
            <a:off x="-2924343" y="2561529"/>
            <a:ext cx="1594078" cy="949180"/>
            <a:chOff x="-1573454" y="1531453"/>
            <a:chExt cx="1335187" cy="795026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8D9DABEC-8A15-0090-9576-3552963A18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-1573454" y="1531453"/>
              <a:ext cx="1335187" cy="795026"/>
            </a:xfrm>
            <a:custGeom>
              <a:avLst/>
              <a:gdLst>
                <a:gd name="connsiteX0" fmla="*/ 0 w 2840306"/>
                <a:gd name="connsiteY0" fmla="*/ 0 h 1691236"/>
                <a:gd name="connsiteX1" fmla="*/ 2840306 w 2840306"/>
                <a:gd name="connsiteY1" fmla="*/ 0 h 1691236"/>
                <a:gd name="connsiteX2" fmla="*/ 2840306 w 2840306"/>
                <a:gd name="connsiteY2" fmla="*/ 1691236 h 1691236"/>
                <a:gd name="connsiteX3" fmla="*/ 0 w 2840306"/>
                <a:gd name="connsiteY3" fmla="*/ 1691236 h 169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40306" h="1691236">
                  <a:moveTo>
                    <a:pt x="0" y="0"/>
                  </a:moveTo>
                  <a:lnTo>
                    <a:pt x="2840306" y="0"/>
                  </a:lnTo>
                  <a:lnTo>
                    <a:pt x="2840306" y="1691236"/>
                  </a:lnTo>
                  <a:lnTo>
                    <a:pt x="0" y="1691236"/>
                  </a:lnTo>
                  <a:close/>
                </a:path>
              </a:pathLst>
            </a:custGeom>
          </p:spPr>
        </p:pic>
        <p:sp>
          <p:nvSpPr>
            <p:cNvPr id="53" name="Multiply 30">
              <a:extLst>
                <a:ext uri="{FF2B5EF4-FFF2-40B4-BE49-F238E27FC236}">
                  <a16:creationId xmlns:a16="http://schemas.microsoft.com/office/drawing/2014/main" id="{91DFDBEB-DB8D-7FCC-957F-09747EC3619B}"/>
                </a:ext>
              </a:extLst>
            </p:cNvPr>
            <p:cNvSpPr/>
            <p:nvPr/>
          </p:nvSpPr>
          <p:spPr bwMode="gray">
            <a:xfrm>
              <a:off x="-1571627" y="1551174"/>
              <a:ext cx="245272" cy="245272"/>
            </a:xfrm>
            <a:prstGeom prst="mathMultiply">
              <a:avLst>
                <a:gd name="adj1" fmla="val 8315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lang="en-GB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7EA1AE4F-AC77-2BE8-574E-5360853A13F6}"/>
              </a:ext>
            </a:extLst>
          </p:cNvPr>
          <p:cNvGrpSpPr/>
          <p:nvPr userDrawn="1"/>
        </p:nvGrpSpPr>
        <p:grpSpPr>
          <a:xfrm>
            <a:off x="12266222" y="6019797"/>
            <a:ext cx="3678917" cy="834408"/>
            <a:chOff x="-460208" y="425562"/>
            <a:chExt cx="377657" cy="834408"/>
          </a:xfrm>
        </p:grpSpPr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6BBB7466-E0FD-C532-AE5A-6B10266D04FD}"/>
                </a:ext>
              </a:extLst>
            </p:cNvPr>
            <p:cNvCxnSpPr/>
            <p:nvPr userDrawn="1"/>
          </p:nvCxnSpPr>
          <p:spPr bwMode="gray">
            <a:xfrm flipH="1">
              <a:off x="-460208" y="1259970"/>
              <a:ext cx="377657" cy="0"/>
            </a:xfrm>
            <a:prstGeom prst="line">
              <a:avLst/>
            </a:prstGeom>
            <a:noFill/>
            <a:ln w="6350" cap="flat" cmpd="sng" algn="ctr">
              <a:solidFill>
                <a:srgbClr val="FF0000"/>
              </a:solidFill>
              <a:prstDash val="dash"/>
              <a:miter lim="800000"/>
            </a:ln>
            <a:effectLst/>
          </p:spPr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C246CA7A-E3C8-7BC2-EEC6-91294F5406D7}"/>
                </a:ext>
              </a:extLst>
            </p:cNvPr>
            <p:cNvCxnSpPr/>
            <p:nvPr userDrawn="1"/>
          </p:nvCxnSpPr>
          <p:spPr bwMode="gray">
            <a:xfrm flipH="1">
              <a:off x="-460208" y="425562"/>
              <a:ext cx="377657" cy="0"/>
            </a:xfrm>
            <a:prstGeom prst="line">
              <a:avLst/>
            </a:prstGeom>
            <a:noFill/>
            <a:ln w="6350" cap="flat" cmpd="sng" algn="ctr">
              <a:solidFill>
                <a:srgbClr val="FF0000"/>
              </a:solidFill>
              <a:prstDash val="dash"/>
              <a:miter lim="800000"/>
            </a:ln>
            <a:effectLst/>
          </p:spPr>
        </p:cxnSp>
      </p:grp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B418072-BD5B-BB6F-7AE1-7856B07E7CC0}"/>
              </a:ext>
            </a:extLst>
          </p:cNvPr>
          <p:cNvCxnSpPr/>
          <p:nvPr userDrawn="1"/>
        </p:nvCxnSpPr>
        <p:spPr bwMode="gray">
          <a:xfrm flipH="1">
            <a:off x="-3101345" y="1544638"/>
            <a:ext cx="3018791" cy="0"/>
          </a:xfrm>
          <a:prstGeom prst="line">
            <a:avLst/>
          </a:prstGeom>
          <a:noFill/>
          <a:ln w="6350" cap="flat" cmpd="sng" algn="ctr">
            <a:solidFill>
              <a:srgbClr val="FF0000"/>
            </a:solidFill>
            <a:prstDash val="dash"/>
            <a:miter lim="800000"/>
          </a:ln>
          <a:effectLst/>
        </p:spPr>
      </p:cxnSp>
      <p:sp>
        <p:nvSpPr>
          <p:cNvPr id="58" name="Rectangle 104">
            <a:extLst>
              <a:ext uri="{FF2B5EF4-FFF2-40B4-BE49-F238E27FC236}">
                <a16:creationId xmlns:a16="http://schemas.microsoft.com/office/drawing/2014/main" id="{2C97CEC6-1ACD-7C9B-A275-F1BD3708E321}"/>
              </a:ext>
            </a:extLst>
          </p:cNvPr>
          <p:cNvSpPr>
            <a:spLocks noChangeArrowheads="1"/>
          </p:cNvSpPr>
          <p:nvPr userDrawn="1"/>
        </p:nvSpPr>
        <p:spPr bwMode="gray">
          <a:xfrm flipH="1">
            <a:off x="-3101341" y="6019801"/>
            <a:ext cx="3018787" cy="843206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txBody>
          <a:bodyPr wrap="square" lIns="180000" tIns="180000" rIns="180000" bIns="18000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1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</a:rPr>
              <a:t>INSERT FOOTER </a:t>
            </a:r>
            <a:br>
              <a:rPr kumimoji="0" lang="en-GB" altLang="en-US" sz="1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</a:rPr>
            </a:br>
            <a:r>
              <a:rPr kumimoji="0" lang="en-GB" altLang="en-US" sz="105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- Go to tab </a:t>
            </a:r>
            <a:r>
              <a:rPr kumimoji="0" lang="en-GB" altLang="en-US" sz="105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“insert”</a:t>
            </a:r>
            <a:r>
              <a:rPr kumimoji="0" lang="en-GB" altLang="en-US" sz="105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 </a:t>
            </a:r>
            <a:br>
              <a:rPr kumimoji="0" lang="en-GB" altLang="en-US" sz="105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</a:br>
            <a:r>
              <a:rPr kumimoji="0" lang="en-GB" altLang="en-US" sz="105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- Select </a:t>
            </a:r>
            <a:r>
              <a:rPr kumimoji="0" lang="en-GB" altLang="en-US" sz="105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“header &amp; footer”</a:t>
            </a:r>
            <a:br>
              <a:rPr kumimoji="0" lang="en-GB" altLang="en-US" sz="105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</a:br>
            <a:r>
              <a:rPr kumimoji="0" lang="en-GB" altLang="en-US" sz="105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- Insert your text and click </a:t>
            </a:r>
            <a:r>
              <a:rPr kumimoji="0" lang="en-GB" altLang="en-US" sz="105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‘Apply to all’</a:t>
            </a:r>
            <a:endParaRPr kumimoji="0" lang="en-GB" altLang="en-US" sz="1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2B8A05DC-CBD6-3D93-7862-D632181F0DD0}"/>
              </a:ext>
            </a:extLst>
          </p:cNvPr>
          <p:cNvGrpSpPr/>
          <p:nvPr userDrawn="1"/>
        </p:nvGrpSpPr>
        <p:grpSpPr>
          <a:xfrm>
            <a:off x="-3101342" y="6019797"/>
            <a:ext cx="3018791" cy="834408"/>
            <a:chOff x="-460208" y="425562"/>
            <a:chExt cx="377657" cy="834408"/>
          </a:xfrm>
        </p:grpSpPr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77E1F26B-D18D-B925-45B1-77C85C5713CF}"/>
                </a:ext>
              </a:extLst>
            </p:cNvPr>
            <p:cNvCxnSpPr/>
            <p:nvPr userDrawn="1"/>
          </p:nvCxnSpPr>
          <p:spPr bwMode="gray">
            <a:xfrm flipH="1">
              <a:off x="-460208" y="1259970"/>
              <a:ext cx="377657" cy="0"/>
            </a:xfrm>
            <a:prstGeom prst="line">
              <a:avLst/>
            </a:prstGeom>
            <a:noFill/>
            <a:ln w="6350" cap="flat" cmpd="sng" algn="ctr">
              <a:solidFill>
                <a:srgbClr val="FF0000"/>
              </a:solidFill>
              <a:prstDash val="dash"/>
              <a:miter lim="800000"/>
            </a:ln>
            <a:effectLst/>
          </p:spPr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1567E278-DE98-74D3-2B6A-4A6130880F02}"/>
                </a:ext>
              </a:extLst>
            </p:cNvPr>
            <p:cNvCxnSpPr/>
            <p:nvPr userDrawn="1"/>
          </p:nvCxnSpPr>
          <p:spPr bwMode="gray">
            <a:xfrm flipH="1">
              <a:off x="-460208" y="425562"/>
              <a:ext cx="377657" cy="0"/>
            </a:xfrm>
            <a:prstGeom prst="line">
              <a:avLst/>
            </a:prstGeom>
            <a:noFill/>
            <a:ln w="6350" cap="flat" cmpd="sng" algn="ctr">
              <a:solidFill>
                <a:srgbClr val="FF0000"/>
              </a:solidFill>
              <a:prstDash val="dash"/>
              <a:miter lim="800000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2871241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93" r:id="rId2"/>
    <p:sldLayoutId id="2147483794" r:id="rId3"/>
    <p:sldLayoutId id="2147483795" r:id="rId4"/>
    <p:sldLayoutId id="2147483796" r:id="rId5"/>
    <p:sldLayoutId id="2147483797" r:id="rId6"/>
    <p:sldLayoutId id="2147483798" r:id="rId7"/>
    <p:sldLayoutId id="2147483799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  <p:sldLayoutId id="2147483810" r:id="rId18"/>
    <p:sldLayoutId id="2147483811" r:id="rId19"/>
    <p:sldLayoutId id="2147483812" r:id="rId20"/>
    <p:sldLayoutId id="2147483813" r:id="rId21"/>
    <p:sldLayoutId id="2147483814" r:id="rId22"/>
    <p:sldLayoutId id="2147483821" r:id="rId23"/>
  </p:sldLayoutIdLst>
  <p:hf hdr="0" ftr="0" dt="0"/>
  <p:txStyles>
    <p:titleStyle>
      <a:lvl1pPr algn="l" defTabSz="914332" rtl="0" eaLnBrk="1" latinLnBrk="0" hangingPunct="1">
        <a:lnSpc>
          <a:spcPct val="90000"/>
        </a:lnSpc>
        <a:spcBef>
          <a:spcPct val="0"/>
        </a:spcBef>
        <a:buNone/>
        <a:defRPr sz="4400" b="1" i="0" kern="1200" baseline="0">
          <a:solidFill>
            <a:srgbClr val="090909"/>
          </a:solidFill>
          <a:latin typeface="Geologica" pitchFamily="2" charset="0"/>
          <a:ea typeface="+mj-ea"/>
          <a:cs typeface="+mj-cs"/>
        </a:defRPr>
      </a:lvl1pPr>
    </p:titleStyle>
    <p:bodyStyle>
      <a:lvl1pPr marL="228584" indent="-228584" algn="l" defTabSz="91433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b="0" i="0" kern="1200" baseline="0">
          <a:solidFill>
            <a:schemeClr val="tx1"/>
          </a:solidFill>
          <a:latin typeface="Geologica" pitchFamily="2" charset="0"/>
          <a:ea typeface="+mn-ea"/>
          <a:cs typeface="+mn-cs"/>
        </a:defRPr>
      </a:lvl1pPr>
      <a:lvl2pPr marL="68575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Geologica" pitchFamily="2" charset="0"/>
          <a:ea typeface="+mn-ea"/>
          <a:cs typeface="+mn-cs"/>
        </a:defRPr>
      </a:lvl2pPr>
      <a:lvl3pPr marL="114291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1" i="0" kern="1200" baseline="0">
          <a:solidFill>
            <a:schemeClr val="tx1"/>
          </a:solidFill>
          <a:latin typeface="DM Sans 14pt" pitchFamily="2" charset="77"/>
          <a:ea typeface="+mn-ea"/>
          <a:cs typeface="+mn-cs"/>
        </a:defRPr>
      </a:lvl3pPr>
      <a:lvl4pPr marL="160008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 baseline="0">
          <a:solidFill>
            <a:schemeClr val="tx1"/>
          </a:solidFill>
          <a:latin typeface="DM Sans 14pt" pitchFamily="2" charset="77"/>
          <a:ea typeface="+mn-ea"/>
          <a:cs typeface="+mn-cs"/>
        </a:defRPr>
      </a:lvl4pPr>
      <a:lvl5pPr marL="2057247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1" i="0" kern="1200" baseline="0">
          <a:solidFill>
            <a:schemeClr val="tx1"/>
          </a:solidFill>
          <a:latin typeface="DM Sans 14pt" pitchFamily="2" charset="77"/>
          <a:ea typeface="+mn-ea"/>
          <a:cs typeface="+mn-cs"/>
        </a:defRPr>
      </a:lvl5pPr>
      <a:lvl6pPr marL="2514412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1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3" orient="horz" pos="2376" userDrawn="1">
          <p15:clr>
            <a:srgbClr val="F26B43"/>
          </p15:clr>
        </p15:guide>
        <p15:guide id="4" pos="3840" userDrawn="1">
          <p15:clr>
            <a:srgbClr val="F26B43"/>
          </p15:clr>
        </p15:guide>
        <p15:guide id="5" orient="horz" pos="4005" userDrawn="1">
          <p15:clr>
            <a:srgbClr val="F26B43"/>
          </p15:clr>
        </p15:guide>
        <p15:guide id="6" pos="211" userDrawn="1">
          <p15:clr>
            <a:srgbClr val="F26B43"/>
          </p15:clr>
        </p15:guide>
        <p15:guide id="7" pos="414" userDrawn="1">
          <p15:clr>
            <a:srgbClr val="F26B43"/>
          </p15:clr>
        </p15:guide>
        <p15:guide id="8" orient="horz" pos="380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4BF85-2F59-43F2-A613-F57B6F20D9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>
                <a:latin typeface="Geologica"/>
              </a:rPr>
              <a:t>SQL with Python</a:t>
            </a:r>
          </a:p>
        </p:txBody>
      </p:sp>
    </p:spTree>
    <p:extLst>
      <p:ext uri="{BB962C8B-B14F-4D97-AF65-F5344CB8AC3E}">
        <p14:creationId xmlns:p14="http://schemas.microsoft.com/office/powerpoint/2010/main" val="29282309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240AC-5918-7663-DD2C-82BC0428E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Geologica"/>
              </a:rPr>
              <a:t>What is SQL?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6B5170-CE11-7356-98B8-097725B227D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119130"/>
            <a:ext cx="10515600" cy="489307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lnSpc>
                <a:spcPct val="200000"/>
              </a:lnSpc>
              <a:buChar char="•"/>
            </a:pPr>
            <a:r>
              <a:rPr lang="en-GB" sz="1800">
                <a:latin typeface="Geologica"/>
              </a:rPr>
              <a:t>SQL</a:t>
            </a:r>
            <a:r>
              <a:rPr lang="en-GB" sz="1800" b="0">
                <a:latin typeface="Geologica"/>
              </a:rPr>
              <a:t> is a standard language used to </a:t>
            </a:r>
            <a:r>
              <a:rPr lang="en-GB" sz="1800">
                <a:latin typeface="Geologica"/>
              </a:rPr>
              <a:t>store</a:t>
            </a:r>
            <a:r>
              <a:rPr lang="en-GB" sz="1800" b="0">
                <a:latin typeface="Geologica"/>
              </a:rPr>
              <a:t>, </a:t>
            </a:r>
            <a:r>
              <a:rPr lang="en-GB" sz="1800">
                <a:latin typeface="Geologica"/>
              </a:rPr>
              <a:t>manipulate</a:t>
            </a:r>
            <a:r>
              <a:rPr lang="en-GB" sz="1800" b="0">
                <a:latin typeface="Geologica"/>
              </a:rPr>
              <a:t>, and </a:t>
            </a:r>
            <a:r>
              <a:rPr lang="en-GB" sz="1800">
                <a:latin typeface="Geologica"/>
              </a:rPr>
              <a:t>retrieve data</a:t>
            </a:r>
            <a:r>
              <a:rPr lang="en-GB" sz="1800" b="0">
                <a:latin typeface="Geologica"/>
              </a:rPr>
              <a:t> in relational databases like MySQL, PostgreSQL, SQL Server, and SQLite.</a:t>
            </a:r>
            <a:endParaRPr lang="en-US" sz="1800"/>
          </a:p>
          <a:p>
            <a:pPr marL="285750" indent="-285750">
              <a:lnSpc>
                <a:spcPct val="200000"/>
              </a:lnSpc>
              <a:buChar char="•"/>
            </a:pPr>
            <a:r>
              <a:rPr lang="en-GB" sz="1800" b="0">
                <a:latin typeface="Geologica"/>
              </a:rPr>
              <a:t>Data is stored in </a:t>
            </a:r>
            <a:r>
              <a:rPr lang="en-GB" sz="1800">
                <a:latin typeface="Geologica"/>
              </a:rPr>
              <a:t>tables</a:t>
            </a:r>
            <a:r>
              <a:rPr lang="en-GB" sz="1800" b="0">
                <a:latin typeface="Geologica"/>
              </a:rPr>
              <a:t> (like spreadsheets), with </a:t>
            </a:r>
            <a:r>
              <a:rPr lang="en-GB" sz="1800">
                <a:latin typeface="Geologica"/>
              </a:rPr>
              <a:t>rows</a:t>
            </a:r>
            <a:r>
              <a:rPr lang="en-GB" sz="1800" b="0">
                <a:latin typeface="Geologica"/>
              </a:rPr>
              <a:t> and </a:t>
            </a:r>
            <a:r>
              <a:rPr lang="en-GB" sz="1800">
                <a:latin typeface="Geologica"/>
              </a:rPr>
              <a:t>columns</a:t>
            </a:r>
            <a:endParaRPr lang="en-GB" sz="1800" b="0">
              <a:latin typeface="Geologica"/>
            </a:endParaRPr>
          </a:p>
          <a:p>
            <a:pPr marL="1028700" lvl="1" indent="-28575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GB" sz="1800" b="0">
                <a:latin typeface="Geologica"/>
              </a:rPr>
              <a:t>Each table is like a sheet with rows (data) and columns (fields).</a:t>
            </a:r>
            <a:endParaRPr lang="en-GB" sz="1800"/>
          </a:p>
          <a:p>
            <a:pPr marL="1028700" lvl="1" indent="-28575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GB" sz="1800" b="0">
                <a:latin typeface="Geologica"/>
              </a:rPr>
              <a:t>Each row is one record (like one customer, one order, one product).</a:t>
            </a:r>
            <a:endParaRPr lang="en-GB" sz="1800" b="1"/>
          </a:p>
          <a:p>
            <a:pPr marL="1028700" lvl="1" indent="-28575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GB" sz="1800" b="0">
                <a:latin typeface="Geologica"/>
              </a:rPr>
              <a:t>Each column is a type of information (like name, price, date).</a:t>
            </a:r>
            <a:endParaRPr lang="en-GB" sz="1800">
              <a:latin typeface="Geologica"/>
            </a:endParaRPr>
          </a:p>
          <a:p>
            <a:pPr marL="285750" indent="-285750">
              <a:lnSpc>
                <a:spcPct val="200000"/>
              </a:lnSpc>
              <a:buChar char="•"/>
            </a:pPr>
            <a:r>
              <a:rPr lang="en-GB" sz="1800" b="0">
                <a:latin typeface="Geologica"/>
              </a:rPr>
              <a:t>Tables can be linked using </a:t>
            </a:r>
            <a:r>
              <a:rPr lang="en-GB" sz="1800">
                <a:latin typeface="Geologica"/>
              </a:rPr>
              <a:t>keys</a:t>
            </a:r>
            <a:r>
              <a:rPr lang="en-GB" sz="1800" b="0">
                <a:latin typeface="Geologica"/>
              </a:rPr>
              <a:t> (primary and foreign) to model real-world relationships</a:t>
            </a:r>
          </a:p>
          <a:p>
            <a:pPr marL="571500" indent="-571500">
              <a:buChar char="•"/>
            </a:pPr>
            <a:endParaRPr lang="en-GB" sz="1800" b="0">
              <a:latin typeface="Geologica"/>
            </a:endParaRPr>
          </a:p>
          <a:p>
            <a:pPr marL="571500" indent="-571500">
              <a:buChar char="•"/>
            </a:pPr>
            <a:endParaRPr lang="en-GB" sz="1800" b="0">
              <a:latin typeface="Geologica"/>
            </a:endParaRPr>
          </a:p>
        </p:txBody>
      </p:sp>
    </p:spTree>
    <p:extLst>
      <p:ext uri="{BB962C8B-B14F-4D97-AF65-F5344CB8AC3E}">
        <p14:creationId xmlns:p14="http://schemas.microsoft.com/office/powerpoint/2010/main" val="40702979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26E83-38F1-9B52-D6E2-981FC0EE9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8596E-E92C-841A-36ED-4FE003A26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Geologica"/>
              </a:rPr>
              <a:t>What is SQL?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2D2C1B-59C1-631B-377F-DCB9FCE000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119130"/>
            <a:ext cx="10515600" cy="489307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200000"/>
              </a:lnSpc>
            </a:pPr>
            <a:r>
              <a:rPr lang="en-GB" sz="1800" b="0">
                <a:latin typeface="Geologica"/>
              </a:rPr>
              <a:t>SQL can: </a:t>
            </a:r>
            <a:endParaRPr lang="en-GB" sz="1800"/>
          </a:p>
          <a:p>
            <a:pPr marL="970915" lvl="1" indent="-227965">
              <a:lnSpc>
                <a:spcPct val="200000"/>
              </a:lnSpc>
            </a:pPr>
            <a:r>
              <a:rPr lang="en-GB" sz="1800">
                <a:latin typeface="Geologica"/>
              </a:rPr>
              <a:t>Query data (</a:t>
            </a:r>
            <a:r>
              <a:rPr lang="en-GB" sz="1800">
                <a:latin typeface="Consolas"/>
              </a:rPr>
              <a:t>SELECT) </a:t>
            </a:r>
            <a:endParaRPr lang="en-GB" sz="1800"/>
          </a:p>
          <a:p>
            <a:pPr marL="970915" lvl="1" indent="-227965">
              <a:lnSpc>
                <a:spcPct val="200000"/>
              </a:lnSpc>
            </a:pPr>
            <a:r>
              <a:rPr lang="en-GB" sz="1800">
                <a:latin typeface="Geologica"/>
              </a:rPr>
              <a:t>Insert new data (</a:t>
            </a:r>
            <a:r>
              <a:rPr lang="en-GB" sz="1800">
                <a:latin typeface="Consolas"/>
              </a:rPr>
              <a:t>INSERT</a:t>
            </a:r>
            <a:r>
              <a:rPr lang="en-GB" sz="1800">
                <a:latin typeface="Geologica"/>
              </a:rPr>
              <a:t>)</a:t>
            </a:r>
            <a:endParaRPr lang="en-GB" sz="1800"/>
          </a:p>
          <a:p>
            <a:pPr marL="970915" lvl="1" indent="-227965">
              <a:lnSpc>
                <a:spcPct val="200000"/>
              </a:lnSpc>
            </a:pPr>
            <a:r>
              <a:rPr lang="en-GB" sz="1800">
                <a:latin typeface="Geologica"/>
              </a:rPr>
              <a:t>Update existing data (</a:t>
            </a:r>
            <a:r>
              <a:rPr lang="en-GB" sz="1800">
                <a:latin typeface="Consolas"/>
              </a:rPr>
              <a:t>UPDATE</a:t>
            </a:r>
            <a:r>
              <a:rPr lang="en-GB" sz="1800">
                <a:latin typeface="Geologica"/>
              </a:rPr>
              <a:t>) </a:t>
            </a:r>
            <a:endParaRPr lang="en-GB" sz="1800"/>
          </a:p>
          <a:p>
            <a:pPr marL="970915" lvl="1" indent="-227965">
              <a:lnSpc>
                <a:spcPct val="200000"/>
              </a:lnSpc>
            </a:pPr>
            <a:r>
              <a:rPr lang="en-GB" sz="1800">
                <a:latin typeface="Geologica"/>
              </a:rPr>
              <a:t>Delete data (</a:t>
            </a:r>
            <a:r>
              <a:rPr lang="en-GB" sz="1800">
                <a:latin typeface="Consolas"/>
              </a:rPr>
              <a:t>DELETE</a:t>
            </a:r>
            <a:r>
              <a:rPr lang="en-GB" sz="1800">
                <a:latin typeface="Geologica"/>
              </a:rPr>
              <a:t>) </a:t>
            </a:r>
            <a:endParaRPr lang="en-GB" sz="1800"/>
          </a:p>
          <a:p>
            <a:pPr marL="970915" lvl="1" indent="-227965">
              <a:lnSpc>
                <a:spcPct val="200000"/>
              </a:lnSpc>
            </a:pPr>
            <a:r>
              <a:rPr lang="en-GB" sz="1800">
                <a:latin typeface="Geologica"/>
              </a:rPr>
              <a:t>Create or modify structures (</a:t>
            </a:r>
            <a:r>
              <a:rPr lang="en-GB" sz="1800">
                <a:latin typeface="Consolas"/>
              </a:rPr>
              <a:t>CREATE</a:t>
            </a:r>
            <a:r>
              <a:rPr lang="en-GB" sz="1800" b="0">
                <a:latin typeface="Geologica"/>
              </a:rPr>
              <a:t>, </a:t>
            </a:r>
            <a:r>
              <a:rPr lang="en-GB" sz="1800" b="0">
                <a:latin typeface="Consolas"/>
              </a:rPr>
              <a:t>ALTER</a:t>
            </a:r>
            <a:r>
              <a:rPr lang="en-GB" sz="1800" b="0">
                <a:latin typeface="Geologica"/>
              </a:rPr>
              <a:t>, </a:t>
            </a:r>
            <a:r>
              <a:rPr lang="en-GB" sz="1800" b="0">
                <a:latin typeface="Consolas"/>
              </a:rPr>
              <a:t>DROP</a:t>
            </a:r>
            <a:r>
              <a:rPr lang="en-GB" sz="1800" b="0">
                <a:latin typeface="Geologica"/>
              </a:rPr>
              <a:t>)</a:t>
            </a:r>
            <a:endParaRPr lang="en-GB" sz="1800" b="1"/>
          </a:p>
          <a:p>
            <a:pPr marL="285750" indent="-285750"/>
            <a:endParaRPr lang="en-GB" sz="3200" b="0">
              <a:latin typeface="Geologica"/>
            </a:endParaRPr>
          </a:p>
          <a:p>
            <a:pPr marL="571500" indent="-571500">
              <a:buChar char="•"/>
            </a:pPr>
            <a:endParaRPr lang="en-GB" sz="1600" b="0">
              <a:latin typeface="Geologica"/>
            </a:endParaRPr>
          </a:p>
          <a:p>
            <a:pPr marL="571500" indent="-571500">
              <a:buChar char="•"/>
            </a:pPr>
            <a:endParaRPr lang="en-GB" sz="1600" b="0">
              <a:latin typeface="Geologica"/>
            </a:endParaRPr>
          </a:p>
        </p:txBody>
      </p:sp>
    </p:spTree>
    <p:extLst>
      <p:ext uri="{BB962C8B-B14F-4D97-AF65-F5344CB8AC3E}">
        <p14:creationId xmlns:p14="http://schemas.microsoft.com/office/powerpoint/2010/main" val="3369380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93E85-E8F1-3C4A-1ABA-D0955E43E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082"/>
            <a:ext cx="10515600" cy="459823"/>
          </a:xfrm>
        </p:spPr>
        <p:txBody>
          <a:bodyPr/>
          <a:lstStyle/>
          <a:p>
            <a:r>
              <a:rPr lang="en-GB">
                <a:latin typeface="Geologica"/>
              </a:rPr>
              <a:t>What is a relational DB?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F5E6FA-8300-FB00-61B1-E039FA64DE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1" y="1327994"/>
            <a:ext cx="10515599" cy="476130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sz="2000">
                <a:ea typeface="+mn-lt"/>
                <a:cs typeface="+mn-lt"/>
              </a:rPr>
              <a:t>A </a:t>
            </a:r>
            <a:r>
              <a:rPr lang="en-GB" sz="2000" b="1">
                <a:ea typeface="+mn-lt"/>
                <a:cs typeface="+mn-lt"/>
              </a:rPr>
              <a:t>relational database</a:t>
            </a:r>
            <a:r>
              <a:rPr lang="en-GB" sz="2000">
                <a:ea typeface="+mn-lt"/>
                <a:cs typeface="+mn-lt"/>
              </a:rPr>
              <a:t> is a way to store and organize data in tables that are connected (or </a:t>
            </a:r>
            <a:r>
              <a:rPr lang="en-GB" sz="2000" i="1">
                <a:ea typeface="+mn-lt"/>
                <a:cs typeface="+mn-lt"/>
              </a:rPr>
              <a:t>related</a:t>
            </a:r>
            <a:r>
              <a:rPr lang="en-GB" sz="2000">
                <a:ea typeface="+mn-lt"/>
                <a:cs typeface="+mn-lt"/>
              </a:rPr>
              <a:t>) to each other.</a:t>
            </a:r>
            <a:endParaRPr lang="en-US" sz="2000">
              <a:ea typeface="+mn-lt"/>
              <a:cs typeface="+mn-lt"/>
            </a:endParaRPr>
          </a:p>
          <a:p>
            <a:pPr>
              <a:lnSpc>
                <a:spcPct val="200000"/>
              </a:lnSpc>
            </a:pPr>
            <a:r>
              <a:rPr lang="en-GB" sz="2000"/>
              <a:t>What makes it “relational”?</a:t>
            </a:r>
          </a:p>
          <a:p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lang="en-GB" sz="2000">
                <a:ea typeface="+mn-lt"/>
                <a:cs typeface="+mn-lt"/>
              </a:rPr>
              <a:t>Tables can link to each other using special columns called keys:</a:t>
            </a:r>
            <a:endParaRPr lang="en-GB" sz="2000"/>
          </a:p>
          <a:p>
            <a:pPr marL="1028065" lvl="1" indent="-34290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GB" b="1">
                <a:latin typeface="+mn-lt"/>
                <a:ea typeface="+mn-lt"/>
                <a:cs typeface="+mn-lt"/>
              </a:rPr>
              <a:t>Primary key</a:t>
            </a:r>
            <a:r>
              <a:rPr lang="en-GB">
                <a:latin typeface="+mn-lt"/>
                <a:ea typeface="+mn-lt"/>
                <a:cs typeface="+mn-lt"/>
              </a:rPr>
              <a:t>: A unique ID for each row in a table.</a:t>
            </a:r>
            <a:endParaRPr lang="en-GB"/>
          </a:p>
          <a:p>
            <a:pPr marL="1028065" lvl="1" indent="-34290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GB" b="1">
                <a:latin typeface="+mn-lt"/>
                <a:ea typeface="+mn-lt"/>
                <a:cs typeface="+mn-lt"/>
              </a:rPr>
              <a:t>Foreign key</a:t>
            </a:r>
            <a:r>
              <a:rPr lang="en-GB">
                <a:latin typeface="+mn-lt"/>
                <a:ea typeface="+mn-lt"/>
                <a:cs typeface="+mn-lt"/>
              </a:rPr>
              <a:t>: A column that links to a primary key in another table.</a:t>
            </a:r>
            <a:endParaRPr lang="en-GB"/>
          </a:p>
          <a:p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lang="en-GB" sz="2000">
                <a:ea typeface="+mn-lt"/>
                <a:cs typeface="+mn-lt"/>
              </a:rPr>
              <a:t>These links let you combine information from multiple tables</a:t>
            </a:r>
            <a:endParaRPr lang="en-GB" sz="2000"/>
          </a:p>
          <a:p>
            <a:endParaRPr lang="en-GB" sz="20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7931A2-D074-9676-EE85-8488D2E56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2A080-DA64-4F5C-9131-47EB793B4410}" type="slidenum">
              <a:rPr lang="en-GB" noProof="0" smtClean="0"/>
              <a:pPr/>
              <a:t>4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103752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83189-CC06-2CB3-88E9-133BA7AFA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Geologica"/>
              </a:rPr>
              <a:t>Data types in SQL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5107DB-9E09-0FD3-266F-13F0B4A97E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800" b="1">
                <a:ea typeface="+mn-lt"/>
                <a:cs typeface="+mn-lt"/>
              </a:rPr>
              <a:t>Numeric: </a:t>
            </a:r>
            <a:r>
              <a:rPr lang="en-GB" sz="1800">
                <a:ea typeface="+mn-lt"/>
                <a:cs typeface="+mn-lt"/>
              </a:rPr>
              <a:t>int, </a:t>
            </a:r>
            <a:r>
              <a:rPr lang="en-GB" sz="1800" err="1">
                <a:ea typeface="+mn-lt"/>
                <a:cs typeface="+mn-lt"/>
              </a:rPr>
              <a:t>bigint</a:t>
            </a:r>
            <a:r>
              <a:rPr lang="en-GB" sz="1800">
                <a:ea typeface="+mn-lt"/>
                <a:cs typeface="+mn-lt"/>
              </a:rPr>
              <a:t>, decimal, float, real, double</a:t>
            </a:r>
            <a:endParaRPr lang="en-US" sz="1800">
              <a:ea typeface="+mn-lt"/>
              <a:cs typeface="+mn-lt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800" b="1">
                <a:ea typeface="+mn-lt"/>
                <a:cs typeface="+mn-lt"/>
              </a:rPr>
              <a:t>Text/String:</a:t>
            </a:r>
            <a:r>
              <a:rPr lang="en-GB" sz="1800">
                <a:ea typeface="+mn-lt"/>
                <a:cs typeface="+mn-lt"/>
              </a:rPr>
              <a:t> char, varchar, text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800" b="1">
                <a:ea typeface="+mn-lt"/>
                <a:cs typeface="+mn-lt"/>
              </a:rPr>
              <a:t>Date and Time:</a:t>
            </a:r>
            <a:r>
              <a:rPr lang="en-GB" sz="1800">
                <a:ea typeface="+mn-lt"/>
                <a:cs typeface="+mn-lt"/>
              </a:rPr>
              <a:t> date, time, datetime, timestamp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800" b="1"/>
              <a:t>Boolean</a:t>
            </a:r>
            <a:r>
              <a:rPr lang="en-GB" sz="1800"/>
              <a:t>: true/false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800" b="1">
                <a:ea typeface="+mn-lt"/>
                <a:cs typeface="+mn-lt"/>
              </a:rPr>
              <a:t>Other/Common Types/Non-Standard</a:t>
            </a:r>
            <a:r>
              <a:rPr lang="en-GB" sz="1800">
                <a:ea typeface="+mn-lt"/>
                <a:cs typeface="+mn-lt"/>
              </a:rPr>
              <a:t>: Blob, UUID, Enum</a:t>
            </a:r>
            <a:endParaRPr lang="en-GB" sz="18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76514B-F2DE-4726-D0F0-438BAEBA1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2A080-DA64-4F5C-9131-47EB793B4410}" type="slidenum">
              <a:rPr lang="en-GB" noProof="0" smtClean="0"/>
              <a:pPr/>
              <a:t>5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007409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C666D-BF71-8A2A-DC4F-E80D9DCD7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Geologica"/>
              </a:rPr>
              <a:t>Creating a table and adding items (Create)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7E9068-D70F-5BDE-0E01-B5F5B6FB50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1" y="1518913"/>
            <a:ext cx="10515599" cy="459384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CREATE TABLE users(</a:t>
            </a:r>
          </a:p>
          <a:p>
            <a:pPr>
              <a:lnSpc>
                <a:spcPts val="1425"/>
              </a:lnSpc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id INT PRIMARY KEY, </a:t>
            </a:r>
          </a:p>
          <a:p>
            <a:pPr>
              <a:lnSpc>
                <a:spcPts val="1425"/>
              </a:lnSpc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name VARCHAR(</a:t>
            </a:r>
            <a:r>
              <a:rPr lang="en-US" b="0">
                <a:solidFill>
                  <a:srgbClr val="116644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lnSpc>
                <a:spcPts val="1425"/>
              </a:lnSpc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email VARCHAR(</a:t>
            </a:r>
            <a:r>
              <a:rPr lang="en-US" b="0">
                <a:solidFill>
                  <a:srgbClr val="116644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UNIQUE,</a:t>
            </a:r>
          </a:p>
          <a:p>
            <a:pPr>
              <a:lnSpc>
                <a:spcPts val="1425"/>
              </a:lnSpc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created_at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TIMESTAMP DEFAULT CURRENT_TIMESTAMP</a:t>
            </a:r>
          </a:p>
          <a:p>
            <a:pPr>
              <a:lnSpc>
                <a:spcPts val="1425"/>
              </a:lnSpc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);</a:t>
            </a:r>
          </a:p>
          <a:p>
            <a:pPr>
              <a:lnSpc>
                <a:spcPts val="1425"/>
              </a:lnSpc>
              <a:buNone/>
            </a:pP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INSERT INTO users (id, name, email)</a:t>
            </a:r>
          </a:p>
          <a:p>
            <a:pPr>
              <a:lnSpc>
                <a:spcPts val="1425"/>
              </a:lnSpc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VALUES (</a:t>
            </a:r>
            <a:r>
              <a:rPr lang="en-US" b="0">
                <a:solidFill>
                  <a:srgbClr val="116644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'Alice'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'alice@example.com'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</a:p>
          <a:p>
            <a:pPr>
              <a:lnSpc>
                <a:spcPts val="1425"/>
              </a:lnSpc>
              <a:buNone/>
            </a:pPr>
            <a:b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INSERT INTO users (id, name, email)</a:t>
            </a:r>
          </a:p>
          <a:p>
            <a:pPr>
              <a:lnSpc>
                <a:spcPts val="1425"/>
              </a:lnSpc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VALUES (</a:t>
            </a:r>
            <a:r>
              <a:rPr lang="en-US" b="0">
                <a:solidFill>
                  <a:srgbClr val="116644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'Bob'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'bob@example.com'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lnSpc>
                <a:spcPts val="1425"/>
              </a:lnSpc>
            </a:pP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(</a:t>
            </a:r>
            <a:r>
              <a:rPr lang="en-US" b="0">
                <a:solidFill>
                  <a:srgbClr val="116644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'Carol'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'carol@example.com'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endParaRPr lang="en-GB">
              <a:latin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39375D-64CC-1183-C9B7-DD6B4551C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2A080-DA64-4F5C-9131-47EB793B4410}" type="slidenum">
              <a:rPr lang="en-GB" noProof="0" smtClean="0"/>
              <a:pPr/>
              <a:t>6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137129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444D7-FEE9-02D5-A11F-F0B0764D7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>
                <a:solidFill>
                  <a:srgbClr val="181835"/>
                </a:solidFill>
                <a:latin typeface="Geologica"/>
              </a:rPr>
              <a:t>Querying (Reading)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04AF39-CCB3-CC50-B55D-3C5C1DED48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1" y="1390546"/>
            <a:ext cx="5738883" cy="408244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Char char="•"/>
            </a:pPr>
            <a:r>
              <a:rPr lang="en-GB" sz="2000" b="1">
                <a:ea typeface="+mn-lt"/>
                <a:cs typeface="+mn-lt"/>
              </a:rPr>
              <a:t>SELECT</a:t>
            </a:r>
            <a:r>
              <a:rPr lang="en-GB" sz="2000">
                <a:ea typeface="+mn-lt"/>
                <a:cs typeface="+mn-lt"/>
              </a:rPr>
              <a:t> –</a:t>
            </a:r>
            <a:r>
              <a:rPr lang="en-GB" sz="2200">
                <a:ea typeface="+mn-lt"/>
                <a:cs typeface="+mn-lt"/>
              </a:rPr>
              <a:t> </a:t>
            </a:r>
            <a:r>
              <a:rPr lang="en-GB" sz="1800">
                <a:ea typeface="+mn-lt"/>
                <a:cs typeface="+mn-lt"/>
              </a:rPr>
              <a:t>Retrieving Data</a:t>
            </a:r>
            <a:endParaRPr lang="en-US" sz="1800"/>
          </a:p>
          <a:p>
            <a:pPr marL="342900" indent="-342900">
              <a:buChar char="•"/>
            </a:pPr>
            <a:endParaRPr lang="en-GB">
              <a:ea typeface="+mn-lt"/>
              <a:cs typeface="+mn-lt"/>
            </a:endParaRPr>
          </a:p>
          <a:p>
            <a:pPr marL="342900" indent="-342900">
              <a:buChar char="•"/>
            </a:pPr>
            <a:endParaRPr lang="en-GB">
              <a:ea typeface="+mn-lt"/>
              <a:cs typeface="+mn-lt"/>
            </a:endParaRPr>
          </a:p>
          <a:p>
            <a:pPr marL="342900" indent="-342900">
              <a:buChar char="•"/>
            </a:pPr>
            <a:endParaRPr lang="en-GB">
              <a:ea typeface="+mn-lt"/>
              <a:cs typeface="+mn-lt"/>
            </a:endParaRPr>
          </a:p>
          <a:p>
            <a:pPr marL="342900" indent="-342900">
              <a:buChar char="•"/>
            </a:pPr>
            <a:r>
              <a:rPr lang="en-GB" sz="2000" b="1">
                <a:ea typeface="+mn-lt"/>
                <a:cs typeface="+mn-lt"/>
              </a:rPr>
              <a:t>ALIAS (AS)</a:t>
            </a:r>
            <a:r>
              <a:rPr lang="en-GB" sz="2000">
                <a:ea typeface="+mn-lt"/>
                <a:cs typeface="+mn-lt"/>
              </a:rPr>
              <a:t> – </a:t>
            </a:r>
            <a:r>
              <a:rPr lang="en-GB" sz="1800">
                <a:ea typeface="+mn-lt"/>
                <a:cs typeface="+mn-lt"/>
              </a:rPr>
              <a:t>Renaming Columns or Tables</a:t>
            </a:r>
          </a:p>
          <a:p>
            <a:pPr marL="342900" indent="-342900">
              <a:buChar char="•"/>
            </a:pPr>
            <a:endParaRPr lang="en-GB">
              <a:ea typeface="+mn-lt"/>
              <a:cs typeface="+mn-lt"/>
            </a:endParaRPr>
          </a:p>
          <a:p>
            <a:pPr marL="342900" indent="-342900">
              <a:buChar char="•"/>
            </a:pPr>
            <a:endParaRPr lang="en-GB">
              <a:ea typeface="+mn-lt"/>
              <a:cs typeface="+mn-lt"/>
            </a:endParaRPr>
          </a:p>
          <a:p>
            <a:endParaRPr lang="en-GB">
              <a:ea typeface="+mn-lt"/>
              <a:cs typeface="+mn-lt"/>
            </a:endParaRPr>
          </a:p>
          <a:p>
            <a:endParaRPr lang="en-GB">
              <a:ea typeface="+mn-lt"/>
              <a:cs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102A87-CCDF-EFD4-1A3A-10EFBCCFC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2A080-DA64-4F5C-9131-47EB793B4410}" type="slidenum">
              <a:rPr lang="en-GB" noProof="0" smtClean="0"/>
              <a:pPr/>
              <a:t>7</a:t>
            </a:fld>
            <a:endParaRPr lang="en-GB" noProof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5329CA-70CF-60D4-9E68-9E4DCE306F12}"/>
              </a:ext>
            </a:extLst>
          </p:cNvPr>
          <p:cNvSpPr txBox="1"/>
          <p:nvPr/>
        </p:nvSpPr>
        <p:spPr>
          <a:xfrm>
            <a:off x="1281576" y="2184432"/>
            <a:ext cx="4455033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latin typeface="Consolas" panose="020B0609020204030204" pitchFamily="49" charset="0"/>
                <a:ea typeface="+mn-lt"/>
                <a:cs typeface="+mn-lt"/>
              </a:rPr>
              <a:t>SELECT column1 FROM </a:t>
            </a:r>
            <a:r>
              <a:rPr lang="en-GB" err="1">
                <a:latin typeface="Consolas" panose="020B0609020204030204" pitchFamily="49" charset="0"/>
                <a:ea typeface="+mn-lt"/>
                <a:cs typeface="+mn-lt"/>
              </a:rPr>
              <a:t>table_name</a:t>
            </a:r>
            <a:r>
              <a:rPr lang="en-GB">
                <a:latin typeface="Consolas" panose="020B0609020204030204" pitchFamily="49" charset="0"/>
                <a:ea typeface="+mn-lt"/>
                <a:cs typeface="+mn-lt"/>
              </a:rPr>
              <a:t>;</a:t>
            </a:r>
            <a:endParaRPr lang="en-US">
              <a:latin typeface="Consolas" panose="020B0609020204030204" pitchFamily="49" charset="0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57087C99-8FB5-8124-48FC-8C3B7D3B880F}"/>
              </a:ext>
            </a:extLst>
          </p:cNvPr>
          <p:cNvSpPr txBox="1">
            <a:spLocks/>
          </p:cNvSpPr>
          <p:nvPr/>
        </p:nvSpPr>
        <p:spPr>
          <a:xfrm>
            <a:off x="6453117" y="1405564"/>
            <a:ext cx="5738883" cy="40824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332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 baseline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50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Geologica" pitchFamily="2" charset="0"/>
                <a:ea typeface="+mn-ea"/>
                <a:cs typeface="+mn-cs"/>
              </a:defRPr>
            </a:lvl2pPr>
            <a:lvl3pPr marL="1142914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i="0" kern="1200" baseline="0">
                <a:solidFill>
                  <a:schemeClr val="tx1"/>
                </a:solidFill>
                <a:latin typeface="DM Sans 14pt" pitchFamily="2" charset="77"/>
                <a:ea typeface="+mn-ea"/>
                <a:cs typeface="+mn-cs"/>
              </a:defRPr>
            </a:lvl3pPr>
            <a:lvl4pPr marL="1600080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 baseline="0">
                <a:solidFill>
                  <a:schemeClr val="tx1"/>
                </a:solidFill>
                <a:latin typeface="DM Sans 14pt" pitchFamily="2" charset="77"/>
                <a:ea typeface="+mn-ea"/>
                <a:cs typeface="+mn-cs"/>
              </a:defRPr>
            </a:lvl4pPr>
            <a:lvl5pPr marL="2057247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1" i="0" kern="1200" baseline="0">
                <a:solidFill>
                  <a:schemeClr val="tx1"/>
                </a:solidFill>
                <a:latin typeface="DM Sans 14pt" pitchFamily="2" charset="77"/>
                <a:ea typeface="+mn-ea"/>
                <a:cs typeface="+mn-cs"/>
              </a:defRPr>
            </a:lvl5pPr>
            <a:lvl6pPr marL="2514412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78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44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10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Char char="•"/>
            </a:pPr>
            <a:r>
              <a:rPr lang="en-GB" sz="2000" b="1">
                <a:ea typeface="+mn-lt"/>
                <a:cs typeface="+mn-lt"/>
              </a:rPr>
              <a:t>SELECT DISTINCT</a:t>
            </a:r>
            <a:r>
              <a:rPr lang="en-GB" sz="2000">
                <a:ea typeface="+mn-lt"/>
                <a:cs typeface="+mn-lt"/>
              </a:rPr>
              <a:t> – </a:t>
            </a:r>
            <a:r>
              <a:rPr lang="en-GB" sz="1800">
                <a:ea typeface="+mn-lt"/>
                <a:cs typeface="+mn-lt"/>
              </a:rPr>
              <a:t>Remove Duplicates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>
              <a:ea typeface="+mn-lt"/>
              <a:cs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>
              <a:ea typeface="+mn-lt"/>
              <a:cs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>
              <a:ea typeface="+mn-lt"/>
              <a:cs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>
                <a:ea typeface="+mn-lt"/>
                <a:cs typeface="+mn-lt"/>
              </a:rPr>
              <a:t>Selecting Multiple Columns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>
              <a:ea typeface="+mn-lt"/>
              <a:cs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>
              <a:ea typeface="+mn-lt"/>
              <a:cs typeface="+mn-lt"/>
            </a:endParaRPr>
          </a:p>
          <a:p>
            <a:endParaRPr lang="en-GB">
              <a:ea typeface="+mn-lt"/>
              <a:cs typeface="+mn-lt"/>
            </a:endParaRPr>
          </a:p>
          <a:p>
            <a:endParaRPr lang="en-GB">
              <a:ea typeface="+mn-lt"/>
              <a:cs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0B7D56-4BAA-8DA6-70ED-B1E9A20ECEC2}"/>
              </a:ext>
            </a:extLst>
          </p:cNvPr>
          <p:cNvSpPr txBox="1"/>
          <p:nvPr/>
        </p:nvSpPr>
        <p:spPr>
          <a:xfrm>
            <a:off x="1281576" y="3902861"/>
            <a:ext cx="4455031" cy="64633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latin typeface="Consolas" panose="020B0609020204030204" pitchFamily="49" charset="0"/>
                <a:ea typeface="+mn-lt"/>
                <a:cs typeface="+mn-lt"/>
              </a:rPr>
              <a:t>SELECT </a:t>
            </a:r>
            <a:r>
              <a:rPr lang="en-GB" err="1">
                <a:latin typeface="Consolas" panose="020B0609020204030204" pitchFamily="49" charset="0"/>
                <a:ea typeface="+mn-lt"/>
                <a:cs typeface="+mn-lt"/>
              </a:rPr>
              <a:t>column_name</a:t>
            </a:r>
            <a:r>
              <a:rPr lang="en-GB">
                <a:latin typeface="Consolas" panose="020B0609020204030204" pitchFamily="49" charset="0"/>
                <a:ea typeface="+mn-lt"/>
                <a:cs typeface="+mn-lt"/>
              </a:rPr>
              <a:t> AS </a:t>
            </a:r>
            <a:r>
              <a:rPr lang="en-GB" err="1">
                <a:latin typeface="Consolas" panose="020B0609020204030204" pitchFamily="49" charset="0"/>
                <a:ea typeface="+mn-lt"/>
                <a:cs typeface="+mn-lt"/>
              </a:rPr>
              <a:t>alias_name</a:t>
            </a:r>
            <a:r>
              <a:rPr lang="en-GB">
                <a:latin typeface="Consolas" panose="020B0609020204030204" pitchFamily="49" charset="0"/>
                <a:ea typeface="+mn-lt"/>
                <a:cs typeface="+mn-lt"/>
              </a:rPr>
              <a:t> FROM </a:t>
            </a:r>
            <a:r>
              <a:rPr lang="en-GB" err="1">
                <a:latin typeface="Consolas" panose="020B0609020204030204" pitchFamily="49" charset="0"/>
                <a:ea typeface="+mn-lt"/>
                <a:cs typeface="+mn-lt"/>
              </a:rPr>
              <a:t>table_name</a:t>
            </a:r>
            <a:r>
              <a:rPr lang="en-GB">
                <a:latin typeface="Consolas" panose="020B0609020204030204" pitchFamily="49" charset="0"/>
                <a:ea typeface="+mn-lt"/>
                <a:cs typeface="+mn-lt"/>
              </a:rPr>
              <a:t>;</a:t>
            </a:r>
            <a:endParaRPr lang="en-US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9445FA-7934-59A2-6CC1-132729FFF442}"/>
              </a:ext>
            </a:extLst>
          </p:cNvPr>
          <p:cNvSpPr txBox="1"/>
          <p:nvPr/>
        </p:nvSpPr>
        <p:spPr>
          <a:xfrm>
            <a:off x="6899904" y="2172414"/>
            <a:ext cx="4453895" cy="64633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latin typeface="Consolas" panose="020B0609020204030204" pitchFamily="49" charset="0"/>
                <a:ea typeface="+mn-lt"/>
                <a:cs typeface="+mn-lt"/>
              </a:rPr>
              <a:t>SELECT DISTINCT column1 FROM </a:t>
            </a:r>
            <a:r>
              <a:rPr lang="en-GB" err="1">
                <a:latin typeface="Consolas" panose="020B0609020204030204" pitchFamily="49" charset="0"/>
                <a:ea typeface="+mn-lt"/>
                <a:cs typeface="+mn-lt"/>
              </a:rPr>
              <a:t>table_name</a:t>
            </a:r>
            <a:r>
              <a:rPr lang="en-GB">
                <a:latin typeface="Consolas" panose="020B0609020204030204" pitchFamily="49" charset="0"/>
                <a:ea typeface="+mn-lt"/>
                <a:cs typeface="+mn-lt"/>
              </a:rPr>
              <a:t>;</a:t>
            </a:r>
            <a:endParaRPr lang="en-US">
              <a:latin typeface="Consolas" panose="020B0609020204030204" pitchFamily="49" charset="0"/>
              <a:ea typeface="+mn-lt"/>
              <a:cs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11BD04-38F5-DAFA-E8C3-E825340BBA33}"/>
              </a:ext>
            </a:extLst>
          </p:cNvPr>
          <p:cNvSpPr txBox="1"/>
          <p:nvPr/>
        </p:nvSpPr>
        <p:spPr>
          <a:xfrm>
            <a:off x="6899904" y="3902862"/>
            <a:ext cx="4453894" cy="64633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latin typeface="Consolas" panose="020B0609020204030204" pitchFamily="49" charset="0"/>
                <a:ea typeface="+mn-lt"/>
                <a:cs typeface="+mn-lt"/>
              </a:rPr>
              <a:t>SELECT column1, column2, column3 FROM </a:t>
            </a:r>
            <a:r>
              <a:rPr lang="en-GB" err="1">
                <a:latin typeface="Consolas" panose="020B0609020204030204" pitchFamily="49" charset="0"/>
                <a:ea typeface="+mn-lt"/>
                <a:cs typeface="+mn-lt"/>
              </a:rPr>
              <a:t>table_name</a:t>
            </a:r>
            <a:r>
              <a:rPr lang="en-GB">
                <a:latin typeface="Consolas" panose="020B0609020204030204" pitchFamily="49" charset="0"/>
                <a:ea typeface="+mn-lt"/>
                <a:cs typeface="+mn-lt"/>
              </a:rPr>
              <a:t>;</a:t>
            </a:r>
            <a:endParaRPr lang="en-US">
              <a:latin typeface="Consolas" panose="020B0609020204030204" pitchFamily="49" charset="0"/>
              <a:ea typeface="+mn-lt"/>
              <a:cs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2C07F9-D49B-CC59-3D8A-C3EC16E0D5C1}"/>
              </a:ext>
            </a:extLst>
          </p:cNvPr>
          <p:cNvSpPr txBox="1"/>
          <p:nvPr/>
        </p:nvSpPr>
        <p:spPr>
          <a:xfrm>
            <a:off x="6899904" y="5083104"/>
            <a:ext cx="4453894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latin typeface="Consolas" panose="020B0609020204030204" pitchFamily="49" charset="0"/>
                <a:ea typeface="+mn-lt"/>
                <a:cs typeface="+mn-lt"/>
              </a:rPr>
              <a:t>SELECT * FROM </a:t>
            </a:r>
            <a:r>
              <a:rPr lang="en-GB" err="1">
                <a:latin typeface="Consolas" panose="020B0609020204030204" pitchFamily="49" charset="0"/>
                <a:ea typeface="+mn-lt"/>
                <a:cs typeface="+mn-lt"/>
              </a:rPr>
              <a:t>table_name</a:t>
            </a:r>
            <a:r>
              <a:rPr lang="en-GB">
                <a:latin typeface="Consolas" panose="020B0609020204030204" pitchFamily="49" charset="0"/>
                <a:ea typeface="+mn-lt"/>
                <a:cs typeface="+mn-lt"/>
              </a:rPr>
              <a:t>;</a:t>
            </a:r>
            <a:endParaRPr lang="en-US">
              <a:latin typeface="Consolas" panose="020B0609020204030204" pitchFamily="49" charset="0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422443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B3C68-958D-5BA1-1B66-EADB7235F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Geologica"/>
              </a:rPr>
              <a:t>Updating and Deleting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AA45C7-F9FC-ABD4-0454-2EBD5AA51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2A080-DA64-4F5C-9131-47EB793B4410}" type="slidenum">
              <a:rPr lang="en-GB" noProof="0" smtClean="0"/>
              <a:pPr/>
              <a:t>8</a:t>
            </a:fld>
            <a:endParaRPr lang="en-GB" noProof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3519E65D-453C-A8CE-9175-C6D4D899565B}"/>
              </a:ext>
            </a:extLst>
          </p:cNvPr>
          <p:cNvSpPr txBox="1">
            <a:spLocks/>
          </p:cNvSpPr>
          <p:nvPr/>
        </p:nvSpPr>
        <p:spPr>
          <a:xfrm>
            <a:off x="990601" y="1480395"/>
            <a:ext cx="10515599" cy="7402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332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 baseline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50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Geologica" pitchFamily="2" charset="0"/>
                <a:ea typeface="+mn-ea"/>
                <a:cs typeface="+mn-cs"/>
              </a:defRPr>
            </a:lvl2pPr>
            <a:lvl3pPr marL="1142914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i="0" kern="1200" baseline="0">
                <a:solidFill>
                  <a:schemeClr val="tx1"/>
                </a:solidFill>
                <a:latin typeface="DM Sans 14pt" pitchFamily="2" charset="77"/>
                <a:ea typeface="+mn-ea"/>
                <a:cs typeface="+mn-cs"/>
              </a:defRPr>
            </a:lvl3pPr>
            <a:lvl4pPr marL="1600080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 baseline="0">
                <a:solidFill>
                  <a:schemeClr val="tx1"/>
                </a:solidFill>
                <a:latin typeface="DM Sans 14pt" pitchFamily="2" charset="77"/>
                <a:ea typeface="+mn-ea"/>
                <a:cs typeface="+mn-cs"/>
              </a:defRPr>
            </a:lvl4pPr>
            <a:lvl5pPr marL="2057247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1" i="0" kern="1200" baseline="0">
                <a:solidFill>
                  <a:schemeClr val="tx1"/>
                </a:solidFill>
                <a:latin typeface="DM Sans 14pt" pitchFamily="2" charset="77"/>
                <a:ea typeface="+mn-ea"/>
                <a:cs typeface="+mn-cs"/>
              </a:defRPr>
            </a:lvl5pPr>
            <a:lvl6pPr marL="2514412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78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44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10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>
                <a:ea typeface="+mn-lt"/>
                <a:cs typeface="+mn-lt"/>
              </a:rPr>
              <a:t>Always use </a:t>
            </a:r>
            <a:r>
              <a:rPr lang="en-US" sz="1800">
                <a:latin typeface="Consolas"/>
              </a:rPr>
              <a:t>WHERE</a:t>
            </a:r>
            <a:r>
              <a:rPr lang="en-US" sz="1800">
                <a:ea typeface="+mn-lt"/>
                <a:cs typeface="+mn-lt"/>
              </a:rPr>
              <a:t> unless you mean to affect all rows.</a:t>
            </a:r>
            <a:endParaRPr lang="en-US" sz="1800"/>
          </a:p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02A67F-5F1F-F91E-D894-D60783BBC8C1}"/>
              </a:ext>
            </a:extLst>
          </p:cNvPr>
          <p:cNvSpPr txBox="1"/>
          <p:nvPr/>
        </p:nvSpPr>
        <p:spPr>
          <a:xfrm>
            <a:off x="1314656" y="2306837"/>
            <a:ext cx="5045949" cy="100450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1425"/>
              </a:lnSpc>
              <a:buNone/>
            </a:pPr>
            <a:endParaRPr lang="en-US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UPDATE users SET name = </a:t>
            </a:r>
            <a:r>
              <a:rPr lang="en-US">
                <a:solidFill>
                  <a:srgbClr val="A31515"/>
                </a:solidFill>
                <a:latin typeface="Consolas" panose="020B0609020204030204" pitchFamily="49" charset="0"/>
              </a:rPr>
              <a:t>'Alice Smith’</a:t>
            </a:r>
            <a:endParaRPr lang="en-US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425"/>
              </a:lnSpc>
              <a:buNone/>
            </a:pP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WHERE id = </a:t>
            </a:r>
            <a:r>
              <a:rPr lang="en-US">
                <a:solidFill>
                  <a:srgbClr val="116644"/>
                </a:solidFill>
                <a:latin typeface="Consolas" panose="020B0609020204030204" pitchFamily="49" charset="0"/>
              </a:rPr>
              <a:t>1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45237F-4E57-D2AF-E3EF-602AC33FF88F}"/>
              </a:ext>
            </a:extLst>
          </p:cNvPr>
          <p:cNvSpPr txBox="1"/>
          <p:nvPr/>
        </p:nvSpPr>
        <p:spPr>
          <a:xfrm>
            <a:off x="1314656" y="3991881"/>
            <a:ext cx="5045949" cy="64543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1425"/>
              </a:lnSpc>
              <a:buNone/>
            </a:pPr>
            <a:endParaRPr lang="en-US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DELETE FROM users WHERE id = </a:t>
            </a:r>
            <a:r>
              <a:rPr lang="en-US">
                <a:solidFill>
                  <a:srgbClr val="116644"/>
                </a:solidFill>
                <a:latin typeface="Consolas" panose="020B0609020204030204" pitchFamily="49" charset="0"/>
              </a:rPr>
              <a:t>3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33397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BDFA1-73AF-362D-7082-5779CD4CC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181835"/>
                </a:solidFill>
                <a:latin typeface="Geologica"/>
              </a:rPr>
              <a:t>Filtering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0CE62F-B883-F9A8-DA48-3A1338AF73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800" b="1">
                <a:ea typeface="+mn-lt"/>
                <a:cs typeface="+mn-lt"/>
              </a:rPr>
              <a:t>Filtering</a:t>
            </a:r>
            <a:r>
              <a:rPr lang="en-GB" sz="1800">
                <a:ea typeface="+mn-lt"/>
                <a:cs typeface="+mn-lt"/>
              </a:rPr>
              <a:t> lets you choose </a:t>
            </a:r>
            <a:r>
              <a:rPr lang="en-GB" sz="1800" b="1">
                <a:ea typeface="+mn-lt"/>
                <a:cs typeface="+mn-lt"/>
              </a:rPr>
              <a:t>which rows</a:t>
            </a:r>
            <a:r>
              <a:rPr lang="en-GB" sz="1800">
                <a:ea typeface="+mn-lt"/>
                <a:cs typeface="+mn-lt"/>
              </a:rPr>
              <a:t> you want to retrieve from a table — only the ones that match your </a:t>
            </a:r>
            <a:r>
              <a:rPr lang="en-GB" sz="1800" b="1">
                <a:ea typeface="+mn-lt"/>
                <a:cs typeface="+mn-lt"/>
              </a:rPr>
              <a:t>conditions</a:t>
            </a:r>
            <a:r>
              <a:rPr lang="en-GB" sz="1800">
                <a:ea typeface="+mn-lt"/>
                <a:cs typeface="+mn-lt"/>
              </a:rPr>
              <a:t>.</a:t>
            </a:r>
            <a:endParaRPr lang="en-US" sz="180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800">
                <a:ea typeface="+mn-lt"/>
                <a:cs typeface="+mn-lt"/>
              </a:rPr>
              <a:t>This is done using the </a:t>
            </a:r>
            <a:r>
              <a:rPr lang="en-GB" sz="1800" b="1">
                <a:latin typeface="Consolas"/>
              </a:rPr>
              <a:t>WHERE</a:t>
            </a:r>
            <a:r>
              <a:rPr lang="en-GB" sz="1800">
                <a:ea typeface="+mn-lt"/>
                <a:cs typeface="+mn-lt"/>
              </a:rPr>
              <a:t> clause.</a:t>
            </a:r>
            <a:endParaRPr lang="en-GB" sz="180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800"/>
              <a:t>Conditions:</a:t>
            </a:r>
          </a:p>
          <a:p>
            <a:pPr marL="102865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1800"/>
              <a:t>AND</a:t>
            </a:r>
          </a:p>
          <a:p>
            <a:pPr marL="102865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1800"/>
              <a:t>OR</a:t>
            </a:r>
          </a:p>
          <a:p>
            <a:pPr marL="102865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1800"/>
              <a:t>NOT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691682-7531-656C-BE19-945D6A199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2A080-DA64-4F5C-9131-47EB793B4410}" type="slidenum">
              <a:rPr lang="en-GB" noProof="0" smtClean="0"/>
              <a:pPr/>
              <a:t>9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8880994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A2612-6F02-3419-5B4A-E2F1C34D6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81AFA-1C65-AF16-7F62-FE420A833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>
                <a:solidFill>
                  <a:srgbClr val="181835"/>
                </a:solidFill>
                <a:latin typeface="Geologica"/>
              </a:rPr>
              <a:t>Filtering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C337AE-D138-E3DE-A1D3-D28F723193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1" y="1390546"/>
            <a:ext cx="5738883" cy="408244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Char char="•"/>
            </a:pPr>
            <a:r>
              <a:rPr lang="en-GB" sz="2000" b="1">
                <a:ea typeface="+mn-lt"/>
                <a:cs typeface="+mn-lt"/>
              </a:rPr>
              <a:t>WHERE</a:t>
            </a:r>
            <a:r>
              <a:rPr lang="en-GB" sz="2000">
                <a:ea typeface="+mn-lt"/>
                <a:cs typeface="+mn-lt"/>
              </a:rPr>
              <a:t> – </a:t>
            </a:r>
            <a:r>
              <a:rPr lang="en-GB" sz="1800">
                <a:ea typeface="+mn-lt"/>
                <a:cs typeface="+mn-lt"/>
              </a:rPr>
              <a:t>Set a condition</a:t>
            </a:r>
            <a:endParaRPr lang="en-US" sz="1800"/>
          </a:p>
          <a:p>
            <a:pPr marL="342900" indent="-342900">
              <a:buChar char="•"/>
            </a:pPr>
            <a:endParaRPr lang="en-GB">
              <a:ea typeface="+mn-lt"/>
              <a:cs typeface="+mn-lt"/>
            </a:endParaRPr>
          </a:p>
          <a:p>
            <a:pPr marL="342900" indent="-342900">
              <a:buChar char="•"/>
            </a:pPr>
            <a:endParaRPr lang="en-GB">
              <a:ea typeface="+mn-lt"/>
              <a:cs typeface="+mn-lt"/>
            </a:endParaRPr>
          </a:p>
          <a:p>
            <a:pPr marL="342900" indent="-342900">
              <a:buChar char="•"/>
            </a:pPr>
            <a:endParaRPr lang="en-GB">
              <a:ea typeface="+mn-lt"/>
              <a:cs typeface="+mn-lt"/>
            </a:endParaRPr>
          </a:p>
          <a:p>
            <a:pPr marL="342900" indent="-342900">
              <a:buChar char="•"/>
            </a:pPr>
            <a:endParaRPr lang="en-GB">
              <a:ea typeface="+mn-lt"/>
              <a:cs typeface="+mn-lt"/>
            </a:endParaRPr>
          </a:p>
          <a:p>
            <a:pPr marL="342900" indent="-342900">
              <a:buChar char="•"/>
            </a:pPr>
            <a:r>
              <a:rPr lang="en-GB" sz="2000" b="1">
                <a:ea typeface="+mn-lt"/>
                <a:cs typeface="+mn-lt"/>
              </a:rPr>
              <a:t>AND</a:t>
            </a:r>
            <a:r>
              <a:rPr lang="en-GB" sz="2000">
                <a:ea typeface="+mn-lt"/>
                <a:cs typeface="+mn-lt"/>
              </a:rPr>
              <a:t> – </a:t>
            </a:r>
            <a:r>
              <a:rPr lang="en-GB" sz="1800">
                <a:ea typeface="+mn-lt"/>
                <a:cs typeface="+mn-lt"/>
              </a:rPr>
              <a:t>All conditions must be true</a:t>
            </a:r>
          </a:p>
          <a:p>
            <a:pPr marL="342900" indent="-342900">
              <a:buChar char="•"/>
            </a:pPr>
            <a:endParaRPr lang="en-GB">
              <a:ea typeface="+mn-lt"/>
              <a:cs typeface="+mn-lt"/>
            </a:endParaRPr>
          </a:p>
          <a:p>
            <a:pPr marL="342900" indent="-342900">
              <a:buChar char="•"/>
            </a:pPr>
            <a:endParaRPr lang="en-GB">
              <a:ea typeface="+mn-lt"/>
              <a:cs typeface="+mn-lt"/>
            </a:endParaRPr>
          </a:p>
          <a:p>
            <a:endParaRPr lang="en-GB">
              <a:ea typeface="+mn-lt"/>
              <a:cs typeface="+mn-lt"/>
            </a:endParaRPr>
          </a:p>
          <a:p>
            <a:endParaRPr lang="en-GB">
              <a:ea typeface="+mn-lt"/>
              <a:cs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311193-36CC-0F74-EC31-36EA34E01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2A080-DA64-4F5C-9131-47EB793B4410}" type="slidenum">
              <a:rPr lang="en-GB" noProof="0" smtClean="0"/>
              <a:pPr/>
              <a:t>10</a:t>
            </a:fld>
            <a:endParaRPr lang="en-GB" noProof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031996-E345-2770-9120-A55BE7B7C597}"/>
              </a:ext>
            </a:extLst>
          </p:cNvPr>
          <p:cNvSpPr txBox="1"/>
          <p:nvPr/>
        </p:nvSpPr>
        <p:spPr>
          <a:xfrm>
            <a:off x="1249345" y="1967652"/>
            <a:ext cx="4244016" cy="92317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latin typeface="Consolas" panose="020B0609020204030204" pitchFamily="49" charset="0"/>
                <a:ea typeface="+mn-lt"/>
                <a:cs typeface="+mn-lt"/>
              </a:rPr>
              <a:t>SELECT * FROM students</a:t>
            </a:r>
            <a:endParaRPr lang="en-US">
              <a:latin typeface="Consolas" panose="020B0609020204030204" pitchFamily="49" charset="0"/>
            </a:endParaRPr>
          </a:p>
          <a:p>
            <a:r>
              <a:rPr lang="en-GB">
                <a:latin typeface="Consolas" panose="020B0609020204030204" pitchFamily="49" charset="0"/>
                <a:ea typeface="+mn-lt"/>
                <a:cs typeface="+mn-lt"/>
              </a:rPr>
              <a:t>WHERE age &gt; 18;</a:t>
            </a:r>
          </a:p>
          <a:p>
            <a:endParaRPr lang="en-GB">
              <a:ea typeface="+mn-lt"/>
              <a:cs typeface="+mn-lt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FC5BBF3-4CDF-7F41-D544-9CE39C9B6422}"/>
              </a:ext>
            </a:extLst>
          </p:cNvPr>
          <p:cNvSpPr txBox="1">
            <a:spLocks/>
          </p:cNvSpPr>
          <p:nvPr/>
        </p:nvSpPr>
        <p:spPr>
          <a:xfrm>
            <a:off x="6455392" y="1389409"/>
            <a:ext cx="5738883" cy="40824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332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 baseline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50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Geologica" pitchFamily="2" charset="0"/>
                <a:ea typeface="+mn-ea"/>
                <a:cs typeface="+mn-cs"/>
              </a:defRPr>
            </a:lvl2pPr>
            <a:lvl3pPr marL="1142914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i="0" kern="1200" baseline="0">
                <a:solidFill>
                  <a:schemeClr val="tx1"/>
                </a:solidFill>
                <a:latin typeface="DM Sans 14pt" pitchFamily="2" charset="77"/>
                <a:ea typeface="+mn-ea"/>
                <a:cs typeface="+mn-cs"/>
              </a:defRPr>
            </a:lvl3pPr>
            <a:lvl4pPr marL="1600080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 baseline="0">
                <a:solidFill>
                  <a:schemeClr val="tx1"/>
                </a:solidFill>
                <a:latin typeface="DM Sans 14pt" pitchFamily="2" charset="77"/>
                <a:ea typeface="+mn-ea"/>
                <a:cs typeface="+mn-cs"/>
              </a:defRPr>
            </a:lvl4pPr>
            <a:lvl5pPr marL="2057247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1" i="0" kern="1200" baseline="0">
                <a:solidFill>
                  <a:schemeClr val="tx1"/>
                </a:solidFill>
                <a:latin typeface="DM Sans 14pt" pitchFamily="2" charset="77"/>
                <a:ea typeface="+mn-ea"/>
                <a:cs typeface="+mn-cs"/>
              </a:defRPr>
            </a:lvl5pPr>
            <a:lvl6pPr marL="2514412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78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44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10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Char char="•"/>
            </a:pPr>
            <a:r>
              <a:rPr lang="en-GB" sz="2000" b="1">
                <a:ea typeface="+mn-lt"/>
                <a:cs typeface="+mn-lt"/>
              </a:rPr>
              <a:t>OR </a:t>
            </a:r>
            <a:r>
              <a:rPr lang="en-GB" sz="2000">
                <a:ea typeface="+mn-lt"/>
                <a:cs typeface="+mn-lt"/>
              </a:rPr>
              <a:t>– </a:t>
            </a:r>
            <a:r>
              <a:rPr lang="en-GB" sz="1800">
                <a:ea typeface="+mn-lt"/>
                <a:cs typeface="+mn-lt"/>
              </a:rPr>
              <a:t>At least one must be true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>
              <a:ea typeface="+mn-lt"/>
              <a:cs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>
              <a:ea typeface="+mn-lt"/>
              <a:cs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>
              <a:ea typeface="+mn-lt"/>
              <a:cs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>
              <a:ea typeface="+mn-lt"/>
              <a:cs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>
                <a:ea typeface="+mn-lt"/>
                <a:cs typeface="+mn-lt"/>
              </a:rPr>
              <a:t>NOT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>
              <a:ea typeface="+mn-lt"/>
              <a:cs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>
              <a:ea typeface="+mn-lt"/>
              <a:cs typeface="+mn-lt"/>
            </a:endParaRPr>
          </a:p>
          <a:p>
            <a:endParaRPr lang="en-GB">
              <a:ea typeface="+mn-lt"/>
              <a:cs typeface="+mn-lt"/>
            </a:endParaRPr>
          </a:p>
          <a:p>
            <a:endParaRPr lang="en-GB">
              <a:ea typeface="+mn-lt"/>
              <a:cs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058C9B-E41B-117A-A7CD-51E28D01579F}"/>
              </a:ext>
            </a:extLst>
          </p:cNvPr>
          <p:cNvSpPr txBox="1"/>
          <p:nvPr/>
        </p:nvSpPr>
        <p:spPr>
          <a:xfrm>
            <a:off x="1210813" y="4151954"/>
            <a:ext cx="4244016" cy="92333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latin typeface="Consolas" panose="020B0609020204030204" pitchFamily="49" charset="0"/>
                <a:ea typeface="+mn-lt"/>
                <a:cs typeface="+mn-lt"/>
              </a:rPr>
              <a:t>SELECT * FROM students</a:t>
            </a:r>
            <a:endParaRPr lang="en-US">
              <a:latin typeface="Consolas" panose="020B0609020204030204" pitchFamily="49" charset="0"/>
            </a:endParaRPr>
          </a:p>
          <a:p>
            <a:r>
              <a:rPr lang="en-GB">
                <a:latin typeface="Consolas" panose="020B0609020204030204" pitchFamily="49" charset="0"/>
                <a:ea typeface="+mn-lt"/>
                <a:cs typeface="+mn-lt"/>
              </a:rPr>
              <a:t>WHERE age &gt; 18 AND </a:t>
            </a:r>
            <a:r>
              <a:rPr lang="en-GB" err="1">
                <a:latin typeface="Consolas" panose="020B0609020204030204" pitchFamily="49" charset="0"/>
                <a:ea typeface="+mn-lt"/>
                <a:cs typeface="+mn-lt"/>
              </a:rPr>
              <a:t>dept_id</a:t>
            </a:r>
            <a:r>
              <a:rPr lang="en-GB">
                <a:latin typeface="Consolas" panose="020B0609020204030204" pitchFamily="49" charset="0"/>
                <a:ea typeface="+mn-lt"/>
                <a:cs typeface="+mn-lt"/>
              </a:rPr>
              <a:t> = 10;</a:t>
            </a:r>
          </a:p>
          <a:p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8889B2-754A-906F-E89E-8B37B3D2370C}"/>
              </a:ext>
            </a:extLst>
          </p:cNvPr>
          <p:cNvSpPr txBox="1"/>
          <p:nvPr/>
        </p:nvSpPr>
        <p:spPr>
          <a:xfrm>
            <a:off x="6988228" y="1967652"/>
            <a:ext cx="4363298" cy="92333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latin typeface="Consolas" panose="020B0609020204030204" pitchFamily="49" charset="0"/>
                <a:ea typeface="+mn-lt"/>
                <a:cs typeface="+mn-lt"/>
              </a:rPr>
              <a:t>SELECT * FROM students</a:t>
            </a:r>
            <a:endParaRPr lang="en-US">
              <a:latin typeface="Consolas" panose="020B0609020204030204" pitchFamily="49" charset="0"/>
              <a:ea typeface="+mn-lt"/>
              <a:cs typeface="+mn-lt"/>
            </a:endParaRPr>
          </a:p>
          <a:p>
            <a:r>
              <a:rPr lang="en-GB">
                <a:latin typeface="Consolas" panose="020B0609020204030204" pitchFamily="49" charset="0"/>
                <a:ea typeface="+mn-lt"/>
                <a:cs typeface="+mn-lt"/>
              </a:rPr>
              <a:t>WHERE age &lt; 18 OR </a:t>
            </a:r>
            <a:r>
              <a:rPr lang="en-GB" err="1">
                <a:latin typeface="Consolas" panose="020B0609020204030204" pitchFamily="49" charset="0"/>
                <a:ea typeface="+mn-lt"/>
                <a:cs typeface="+mn-lt"/>
              </a:rPr>
              <a:t>dept_id</a:t>
            </a:r>
            <a:r>
              <a:rPr lang="en-GB">
                <a:latin typeface="Consolas" panose="020B0609020204030204" pitchFamily="49" charset="0"/>
                <a:ea typeface="+mn-lt"/>
                <a:cs typeface="+mn-lt"/>
              </a:rPr>
              <a:t> = 10;</a:t>
            </a:r>
          </a:p>
          <a:p>
            <a:endParaRPr lang="en-GB">
              <a:ea typeface="+mn-lt"/>
              <a:cs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41ADBE-1D7C-A62A-6BB2-78BF2D921664}"/>
              </a:ext>
            </a:extLst>
          </p:cNvPr>
          <p:cNvSpPr txBox="1"/>
          <p:nvPr/>
        </p:nvSpPr>
        <p:spPr>
          <a:xfrm>
            <a:off x="6954931" y="4151954"/>
            <a:ext cx="4363297" cy="92333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latin typeface="Consolas" panose="020B0609020204030204" pitchFamily="49" charset="0"/>
                <a:ea typeface="+mn-lt"/>
                <a:cs typeface="+mn-lt"/>
              </a:rPr>
              <a:t>SELECT * FROM students</a:t>
            </a:r>
            <a:endParaRPr lang="en-US">
              <a:latin typeface="Consolas" panose="020B0609020204030204" pitchFamily="49" charset="0"/>
            </a:endParaRPr>
          </a:p>
          <a:p>
            <a:r>
              <a:rPr lang="en-GB">
                <a:latin typeface="Consolas" panose="020B0609020204030204" pitchFamily="49" charset="0"/>
                <a:ea typeface="+mn-lt"/>
                <a:cs typeface="+mn-lt"/>
              </a:rPr>
              <a:t>WHERE NOT </a:t>
            </a:r>
            <a:r>
              <a:rPr lang="en-GB" err="1">
                <a:latin typeface="Consolas" panose="020B0609020204030204" pitchFamily="49" charset="0"/>
                <a:ea typeface="+mn-lt"/>
                <a:cs typeface="+mn-lt"/>
              </a:rPr>
              <a:t>dept_id</a:t>
            </a:r>
            <a:r>
              <a:rPr lang="en-GB">
                <a:latin typeface="Consolas" panose="020B0609020204030204" pitchFamily="49" charset="0"/>
                <a:ea typeface="+mn-lt"/>
                <a:cs typeface="+mn-lt"/>
              </a:rPr>
              <a:t> = 20;</a:t>
            </a:r>
            <a:endParaRPr lang="en-US">
              <a:latin typeface="Consolas" panose="020B0609020204030204" pitchFamily="49" charset="0"/>
              <a:ea typeface="+mn-lt"/>
              <a:cs typeface="+mn-lt"/>
            </a:endParaRP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70839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FC253-BEFA-9E6D-D23D-88737A3E3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>
                <a:latin typeface="Geologica"/>
              </a:rPr>
              <a:t>Ordering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49AE04-D9B8-0F64-6D82-CFD4E219B6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800" b="1">
                <a:ea typeface="+mn-lt"/>
                <a:cs typeface="+mn-lt"/>
              </a:rPr>
              <a:t>Ordering</a:t>
            </a:r>
            <a:r>
              <a:rPr lang="en-GB" sz="1800">
                <a:ea typeface="+mn-lt"/>
                <a:cs typeface="+mn-lt"/>
              </a:rPr>
              <a:t> in SQL lets you </a:t>
            </a:r>
            <a:r>
              <a:rPr lang="en-GB" sz="1800" b="1">
                <a:ea typeface="+mn-lt"/>
                <a:cs typeface="+mn-lt"/>
              </a:rPr>
              <a:t>sort the rows</a:t>
            </a:r>
            <a:r>
              <a:rPr lang="en-GB" sz="1800">
                <a:ea typeface="+mn-lt"/>
                <a:cs typeface="+mn-lt"/>
              </a:rPr>
              <a:t> returned by a </a:t>
            </a:r>
            <a:r>
              <a:rPr lang="en-GB" sz="1800"/>
              <a:t>SELECT</a:t>
            </a:r>
            <a:r>
              <a:rPr lang="en-GB" sz="1800">
                <a:ea typeface="+mn-lt"/>
                <a:cs typeface="+mn-lt"/>
              </a:rPr>
              <a:t> query based on one or more columns.</a:t>
            </a:r>
            <a:endParaRPr lang="en-US" sz="180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800">
                <a:ea typeface="+mn-lt"/>
                <a:cs typeface="+mn-lt"/>
              </a:rPr>
              <a:t>You use the </a:t>
            </a:r>
            <a:r>
              <a:rPr lang="en-GB" sz="1800" b="1"/>
              <a:t>ORDER BY</a:t>
            </a:r>
            <a:r>
              <a:rPr lang="en-GB" sz="1800">
                <a:ea typeface="+mn-lt"/>
                <a:cs typeface="+mn-lt"/>
              </a:rPr>
              <a:t> clause to do this.</a:t>
            </a:r>
            <a:endParaRPr lang="en-GB" sz="1800"/>
          </a:p>
          <a:p>
            <a:pPr>
              <a:lnSpc>
                <a:spcPct val="200000"/>
              </a:lnSpc>
            </a:pP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69C38B-7643-255E-735A-853029302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2A080-DA64-4F5C-9131-47EB793B4410}" type="slidenum">
              <a:rPr lang="en-GB" noProof="0" smtClean="0"/>
              <a:pPr/>
              <a:t>11</a:t>
            </a:fld>
            <a:endParaRPr lang="en-GB" noProof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F33430-9DA6-342C-612B-410333A77B96}"/>
              </a:ext>
            </a:extLst>
          </p:cNvPr>
          <p:cNvSpPr txBox="1"/>
          <p:nvPr/>
        </p:nvSpPr>
        <p:spPr>
          <a:xfrm>
            <a:off x="1226672" y="2967335"/>
            <a:ext cx="3406288" cy="92333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latin typeface="Consolas" panose="020B0609020204030204" pitchFamily="49" charset="0"/>
                <a:ea typeface="+mn-lt"/>
                <a:cs typeface="+mn-lt"/>
              </a:rPr>
              <a:t>SELECT column1, column2</a:t>
            </a:r>
            <a:endParaRPr lang="en-US">
              <a:latin typeface="Consolas" panose="020B0609020204030204" pitchFamily="49" charset="0"/>
            </a:endParaRPr>
          </a:p>
          <a:p>
            <a:r>
              <a:rPr lang="en-GB">
                <a:latin typeface="Consolas" panose="020B0609020204030204" pitchFamily="49" charset="0"/>
                <a:ea typeface="+mn-lt"/>
                <a:cs typeface="+mn-lt"/>
              </a:rPr>
              <a:t>FROM </a:t>
            </a:r>
            <a:r>
              <a:rPr lang="en-GB" err="1">
                <a:latin typeface="Consolas" panose="020B0609020204030204" pitchFamily="49" charset="0"/>
                <a:ea typeface="+mn-lt"/>
                <a:cs typeface="+mn-lt"/>
              </a:rPr>
              <a:t>table_name</a:t>
            </a:r>
            <a:endParaRPr lang="en-GB">
              <a:latin typeface="Consolas" panose="020B0609020204030204" pitchFamily="49" charset="0"/>
            </a:endParaRPr>
          </a:p>
          <a:p>
            <a:r>
              <a:rPr lang="en-GB">
                <a:latin typeface="Consolas" panose="020B0609020204030204" pitchFamily="49" charset="0"/>
                <a:ea typeface="+mn-lt"/>
                <a:cs typeface="+mn-lt"/>
              </a:rPr>
              <a:t>ORDER BY column1;</a:t>
            </a:r>
            <a:endParaRPr lang="en-GB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75107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65850-F4A6-9140-1E65-7446FD603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2D012-BC70-C379-0D0F-47578D5F7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>
                <a:solidFill>
                  <a:srgbClr val="181835"/>
                </a:solidFill>
                <a:latin typeface="Geologica"/>
              </a:rPr>
              <a:t>Ordering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5498CB-A9D3-3963-1DE5-FD8D9669CF3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1" y="1390546"/>
            <a:ext cx="5738883" cy="408244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Char char="•"/>
            </a:pPr>
            <a:r>
              <a:rPr lang="en-GB" sz="2000" b="1">
                <a:ea typeface="+mn-lt"/>
                <a:cs typeface="+mn-lt"/>
              </a:rPr>
              <a:t>ASC</a:t>
            </a:r>
            <a:r>
              <a:rPr lang="en-GB" sz="2000">
                <a:ea typeface="+mn-lt"/>
                <a:cs typeface="+mn-lt"/>
              </a:rPr>
              <a:t> –</a:t>
            </a:r>
            <a:r>
              <a:rPr lang="en-GB" sz="2200">
                <a:ea typeface="+mn-lt"/>
                <a:cs typeface="+mn-lt"/>
              </a:rPr>
              <a:t> </a:t>
            </a:r>
            <a:r>
              <a:rPr lang="en-GB" sz="1800">
                <a:ea typeface="+mn-lt"/>
                <a:cs typeface="+mn-lt"/>
              </a:rPr>
              <a:t>Ascending (default)</a:t>
            </a:r>
            <a:endParaRPr lang="en-US" sz="1800"/>
          </a:p>
          <a:p>
            <a:pPr marL="342900" indent="-342900">
              <a:buChar char="•"/>
            </a:pPr>
            <a:endParaRPr lang="en-GB">
              <a:ea typeface="+mn-lt"/>
              <a:cs typeface="+mn-lt"/>
            </a:endParaRPr>
          </a:p>
          <a:p>
            <a:pPr marL="342900" indent="-342900">
              <a:buChar char="•"/>
            </a:pPr>
            <a:endParaRPr lang="en-GB">
              <a:ea typeface="+mn-lt"/>
              <a:cs typeface="+mn-lt"/>
            </a:endParaRPr>
          </a:p>
          <a:p>
            <a:pPr marL="342900" indent="-342900">
              <a:buChar char="•"/>
            </a:pPr>
            <a:endParaRPr lang="en-GB">
              <a:ea typeface="+mn-lt"/>
              <a:cs typeface="+mn-lt"/>
            </a:endParaRPr>
          </a:p>
          <a:p>
            <a:pPr marL="342900" indent="-342900">
              <a:buChar char="•"/>
            </a:pPr>
            <a:r>
              <a:rPr lang="en-GB" sz="2000" b="1">
                <a:ea typeface="+mn-lt"/>
                <a:cs typeface="+mn-lt"/>
              </a:rPr>
              <a:t>DESC </a:t>
            </a:r>
            <a:r>
              <a:rPr lang="en-GB" sz="2000">
                <a:ea typeface="+mn-lt"/>
                <a:cs typeface="+mn-lt"/>
              </a:rPr>
              <a:t>–</a:t>
            </a:r>
            <a:r>
              <a:rPr lang="en-GB" sz="2200">
                <a:ea typeface="+mn-lt"/>
                <a:cs typeface="+mn-lt"/>
              </a:rPr>
              <a:t> </a:t>
            </a:r>
            <a:r>
              <a:rPr lang="en-GB" sz="1800">
                <a:ea typeface="+mn-lt"/>
                <a:cs typeface="+mn-lt"/>
              </a:rPr>
              <a:t>Descending</a:t>
            </a:r>
          </a:p>
          <a:p>
            <a:pPr marL="342900" indent="-342900">
              <a:buChar char="•"/>
            </a:pPr>
            <a:endParaRPr lang="en-GB">
              <a:ea typeface="+mn-lt"/>
              <a:cs typeface="+mn-lt"/>
            </a:endParaRPr>
          </a:p>
          <a:p>
            <a:pPr marL="342900" indent="-342900">
              <a:buChar char="•"/>
            </a:pPr>
            <a:endParaRPr lang="en-GB">
              <a:ea typeface="+mn-lt"/>
              <a:cs typeface="+mn-lt"/>
            </a:endParaRPr>
          </a:p>
          <a:p>
            <a:endParaRPr lang="en-GB">
              <a:ea typeface="+mn-lt"/>
              <a:cs typeface="+mn-lt"/>
            </a:endParaRPr>
          </a:p>
          <a:p>
            <a:endParaRPr lang="en-GB">
              <a:ea typeface="+mn-lt"/>
              <a:cs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A53CF-8E5C-C158-464C-FB5D6ECD4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2A080-DA64-4F5C-9131-47EB793B4410}" type="slidenum">
              <a:rPr lang="en-GB" noProof="0" smtClean="0"/>
              <a:pPr/>
              <a:t>12</a:t>
            </a:fld>
            <a:endParaRPr lang="en-GB" noProof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B728AD-7FC9-5874-6486-4E084DC3A0AA}"/>
              </a:ext>
            </a:extLst>
          </p:cNvPr>
          <p:cNvSpPr txBox="1"/>
          <p:nvPr/>
        </p:nvSpPr>
        <p:spPr>
          <a:xfrm>
            <a:off x="1265829" y="2006264"/>
            <a:ext cx="3846394" cy="92333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latin typeface="Consolas" panose="020B0609020204030204" pitchFamily="49" charset="0"/>
                <a:ea typeface="+mn-lt"/>
                <a:cs typeface="+mn-lt"/>
              </a:rPr>
              <a:t>SELECT name, age</a:t>
            </a:r>
            <a:endParaRPr lang="en-US">
              <a:latin typeface="Consolas" panose="020B0609020204030204" pitchFamily="49" charset="0"/>
            </a:endParaRPr>
          </a:p>
          <a:p>
            <a:r>
              <a:rPr lang="en-GB">
                <a:latin typeface="Consolas" panose="020B0609020204030204" pitchFamily="49" charset="0"/>
                <a:ea typeface="+mn-lt"/>
                <a:cs typeface="+mn-lt"/>
              </a:rPr>
              <a:t>FROM students</a:t>
            </a:r>
            <a:endParaRPr lang="en-US">
              <a:latin typeface="Consolas" panose="020B0609020204030204" pitchFamily="49" charset="0"/>
              <a:ea typeface="+mn-lt"/>
              <a:cs typeface="+mn-lt"/>
            </a:endParaRPr>
          </a:p>
          <a:p>
            <a:r>
              <a:rPr lang="en-GB">
                <a:latin typeface="Consolas" panose="020B0609020204030204" pitchFamily="49" charset="0"/>
                <a:ea typeface="+mn-lt"/>
                <a:cs typeface="+mn-lt"/>
              </a:rPr>
              <a:t>ORDER BY age ASC;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7FF10B3-EA8A-FF21-6A30-CBC8D81FCBB5}"/>
              </a:ext>
            </a:extLst>
          </p:cNvPr>
          <p:cNvSpPr txBox="1">
            <a:spLocks/>
          </p:cNvSpPr>
          <p:nvPr/>
        </p:nvSpPr>
        <p:spPr>
          <a:xfrm>
            <a:off x="6455392" y="1389409"/>
            <a:ext cx="5738883" cy="40824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332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 baseline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50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Geologica" pitchFamily="2" charset="0"/>
                <a:ea typeface="+mn-ea"/>
                <a:cs typeface="+mn-cs"/>
              </a:defRPr>
            </a:lvl2pPr>
            <a:lvl3pPr marL="1142914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i="0" kern="1200" baseline="0">
                <a:solidFill>
                  <a:schemeClr val="tx1"/>
                </a:solidFill>
                <a:latin typeface="DM Sans 14pt" pitchFamily="2" charset="77"/>
                <a:ea typeface="+mn-ea"/>
                <a:cs typeface="+mn-cs"/>
              </a:defRPr>
            </a:lvl3pPr>
            <a:lvl4pPr marL="1600080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 baseline="0">
                <a:solidFill>
                  <a:schemeClr val="tx1"/>
                </a:solidFill>
                <a:latin typeface="DM Sans 14pt" pitchFamily="2" charset="77"/>
                <a:ea typeface="+mn-ea"/>
                <a:cs typeface="+mn-cs"/>
              </a:defRPr>
            </a:lvl4pPr>
            <a:lvl5pPr marL="2057247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1" i="0" kern="1200" baseline="0">
                <a:solidFill>
                  <a:schemeClr val="tx1"/>
                </a:solidFill>
                <a:latin typeface="DM Sans 14pt" pitchFamily="2" charset="77"/>
                <a:ea typeface="+mn-ea"/>
                <a:cs typeface="+mn-cs"/>
              </a:defRPr>
            </a:lvl5pPr>
            <a:lvl6pPr marL="2514412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78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44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10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Char char="•"/>
            </a:pPr>
            <a:endParaRPr lang="en-GB" sz="2200" b="1">
              <a:ea typeface="+mn-lt"/>
              <a:cs typeface="+mn-lt"/>
            </a:endParaRPr>
          </a:p>
          <a:p>
            <a:pPr marL="342900" indent="-342900">
              <a:buChar char="•"/>
            </a:pPr>
            <a:endParaRPr lang="en-GB" sz="2200" b="1">
              <a:ea typeface="+mn-lt"/>
              <a:cs typeface="+mn-lt"/>
            </a:endParaRPr>
          </a:p>
          <a:p>
            <a:pPr marL="342900" indent="-342900">
              <a:buChar char="•"/>
            </a:pPr>
            <a:r>
              <a:rPr lang="en-GB" sz="2000" b="1">
                <a:ea typeface="+mn-lt"/>
                <a:cs typeface="+mn-lt"/>
              </a:rPr>
              <a:t>By multiple columns </a:t>
            </a:r>
            <a:endParaRPr lang="en-GB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>
              <a:ea typeface="+mn-lt"/>
              <a:cs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>
              <a:ea typeface="+mn-lt"/>
              <a:cs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>
              <a:ea typeface="+mn-lt"/>
              <a:cs typeface="+mn-lt"/>
            </a:endParaRPr>
          </a:p>
          <a:p>
            <a:pPr marL="342900" indent="-342900">
              <a:buChar char="•"/>
            </a:pPr>
            <a:endParaRPr lang="en-GB">
              <a:ea typeface="+mn-lt"/>
              <a:cs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>
              <a:ea typeface="+mn-lt"/>
              <a:cs typeface="+mn-lt"/>
            </a:endParaRPr>
          </a:p>
          <a:p>
            <a:endParaRPr lang="en-GB">
              <a:ea typeface="+mn-lt"/>
              <a:cs typeface="+mn-lt"/>
            </a:endParaRPr>
          </a:p>
          <a:p>
            <a:endParaRPr lang="en-GB">
              <a:ea typeface="+mn-lt"/>
              <a:cs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D37423-AB3F-EC15-B83A-903AD9DD0855}"/>
              </a:ext>
            </a:extLst>
          </p:cNvPr>
          <p:cNvSpPr txBox="1"/>
          <p:nvPr/>
        </p:nvSpPr>
        <p:spPr>
          <a:xfrm>
            <a:off x="1265829" y="3928407"/>
            <a:ext cx="3846394" cy="92333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latin typeface="Consolas" panose="020B0609020204030204" pitchFamily="49" charset="0"/>
                <a:ea typeface="+mn-lt"/>
                <a:cs typeface="+mn-lt"/>
              </a:rPr>
              <a:t>SELECT name, age</a:t>
            </a:r>
            <a:endParaRPr lang="en-US">
              <a:latin typeface="Consolas" panose="020B0609020204030204" pitchFamily="49" charset="0"/>
            </a:endParaRPr>
          </a:p>
          <a:p>
            <a:r>
              <a:rPr lang="en-GB">
                <a:latin typeface="Consolas" panose="020B0609020204030204" pitchFamily="49" charset="0"/>
                <a:ea typeface="+mn-lt"/>
                <a:cs typeface="+mn-lt"/>
              </a:rPr>
              <a:t>FROM students</a:t>
            </a:r>
            <a:endParaRPr lang="en-US">
              <a:latin typeface="Consolas" panose="020B0609020204030204" pitchFamily="49" charset="0"/>
              <a:ea typeface="+mn-lt"/>
              <a:cs typeface="+mn-lt"/>
            </a:endParaRPr>
          </a:p>
          <a:p>
            <a:r>
              <a:rPr lang="en-GB">
                <a:latin typeface="Consolas" panose="020B0609020204030204" pitchFamily="49" charset="0"/>
                <a:ea typeface="+mn-lt"/>
                <a:cs typeface="+mn-lt"/>
              </a:rPr>
              <a:t>ORDER BY age DESC;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AC232A-2C65-7DB2-C3D0-7C44EE312171}"/>
              </a:ext>
            </a:extLst>
          </p:cNvPr>
          <p:cNvSpPr txBox="1"/>
          <p:nvPr/>
        </p:nvSpPr>
        <p:spPr>
          <a:xfrm>
            <a:off x="6883020" y="3091906"/>
            <a:ext cx="3846394" cy="120032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latin typeface="Consolas" panose="020B0609020204030204" pitchFamily="49" charset="0"/>
                <a:ea typeface="+mn-lt"/>
                <a:cs typeface="+mn-lt"/>
              </a:rPr>
              <a:t>SELECT name, age, </a:t>
            </a:r>
            <a:r>
              <a:rPr lang="en-GB" err="1">
                <a:latin typeface="Consolas" panose="020B0609020204030204" pitchFamily="49" charset="0"/>
                <a:ea typeface="+mn-lt"/>
                <a:cs typeface="+mn-lt"/>
              </a:rPr>
              <a:t>dept_id</a:t>
            </a:r>
            <a:endParaRPr lang="en-US">
              <a:latin typeface="Consolas" panose="020B0609020204030204" pitchFamily="49" charset="0"/>
            </a:endParaRPr>
          </a:p>
          <a:p>
            <a:r>
              <a:rPr lang="en-GB">
                <a:latin typeface="Consolas" panose="020B0609020204030204" pitchFamily="49" charset="0"/>
                <a:ea typeface="+mn-lt"/>
                <a:cs typeface="+mn-lt"/>
              </a:rPr>
              <a:t>FROM students</a:t>
            </a:r>
            <a:endParaRPr lang="en-GB">
              <a:latin typeface="Consolas" panose="020B0609020204030204" pitchFamily="49" charset="0"/>
            </a:endParaRPr>
          </a:p>
          <a:p>
            <a:r>
              <a:rPr lang="en-GB">
                <a:latin typeface="Consolas" panose="020B0609020204030204" pitchFamily="49" charset="0"/>
                <a:ea typeface="+mn-lt"/>
                <a:cs typeface="+mn-lt"/>
              </a:rPr>
              <a:t>ORDER BY </a:t>
            </a:r>
            <a:r>
              <a:rPr lang="en-GB" err="1">
                <a:latin typeface="Consolas" panose="020B0609020204030204" pitchFamily="49" charset="0"/>
                <a:ea typeface="+mn-lt"/>
                <a:cs typeface="+mn-lt"/>
              </a:rPr>
              <a:t>dept_id</a:t>
            </a:r>
            <a:r>
              <a:rPr lang="en-GB">
                <a:latin typeface="Consolas" panose="020B0609020204030204" pitchFamily="49" charset="0"/>
                <a:ea typeface="+mn-lt"/>
                <a:cs typeface="+mn-lt"/>
              </a:rPr>
              <a:t> ASC, age DESC;</a:t>
            </a:r>
            <a:endParaRPr lang="en-GB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96011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97403-13BC-C879-68E0-0F5851920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Geologica"/>
              </a:rPr>
              <a:t>Grouping and Aggregation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49ED68-F47E-8E5E-D541-B0512FC8C3B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 sz="1800">
              <a:latin typeface="Consolas" panose="020B0609020204030204" pitchFamily="49" charset="0"/>
            </a:endParaRPr>
          </a:p>
          <a:p>
            <a:endParaRPr lang="en-US" sz="1800">
              <a:latin typeface="Consolas" panose="020B0609020204030204" pitchFamily="49" charset="0"/>
            </a:endParaRPr>
          </a:p>
          <a:p>
            <a:endParaRPr lang="en-US" sz="1800">
              <a:latin typeface="Consolas" panose="020B0609020204030204" pitchFamily="49" charset="0"/>
            </a:endParaRPr>
          </a:p>
          <a:p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lang="en-US" sz="1800">
                <a:ea typeface="+mn-lt"/>
                <a:cs typeface="+mn-lt"/>
              </a:rPr>
              <a:t>Aggregate functions: </a:t>
            </a:r>
            <a:r>
              <a:rPr lang="en-US" sz="1800"/>
              <a:t>COUNT</a:t>
            </a:r>
            <a:r>
              <a:rPr lang="en-US" sz="1800">
                <a:ea typeface="+mn-lt"/>
                <a:cs typeface="+mn-lt"/>
              </a:rPr>
              <a:t>, </a:t>
            </a:r>
            <a:r>
              <a:rPr lang="en-US" sz="1800"/>
              <a:t>SUM</a:t>
            </a:r>
            <a:r>
              <a:rPr lang="en-US" sz="1800">
                <a:ea typeface="+mn-lt"/>
                <a:cs typeface="+mn-lt"/>
              </a:rPr>
              <a:t>, </a:t>
            </a:r>
            <a:r>
              <a:rPr lang="en-US" sz="1800"/>
              <a:t>AVG</a:t>
            </a:r>
            <a:r>
              <a:rPr lang="en-US" sz="1800">
                <a:ea typeface="+mn-lt"/>
                <a:cs typeface="+mn-lt"/>
              </a:rPr>
              <a:t>, </a:t>
            </a:r>
            <a:r>
              <a:rPr lang="en-US" sz="1800"/>
              <a:t>MIN</a:t>
            </a:r>
            <a:r>
              <a:rPr lang="en-US" sz="1800">
                <a:ea typeface="+mn-lt"/>
                <a:cs typeface="+mn-lt"/>
              </a:rPr>
              <a:t>, </a:t>
            </a:r>
            <a:r>
              <a:rPr lang="en-US" sz="1800"/>
              <a:t>MAX</a:t>
            </a:r>
          </a:p>
          <a:p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lang="en-US" sz="1800">
                <a:ea typeface="+mn-lt"/>
                <a:cs typeface="+mn-lt"/>
              </a:rPr>
              <a:t>Use </a:t>
            </a:r>
            <a:r>
              <a:rPr lang="en-US" sz="1800"/>
              <a:t>HAVING</a:t>
            </a:r>
            <a:r>
              <a:rPr lang="en-US" sz="1800">
                <a:ea typeface="+mn-lt"/>
                <a:cs typeface="+mn-lt"/>
              </a:rPr>
              <a:t> to filter after grouping:</a:t>
            </a:r>
          </a:p>
          <a:p>
            <a:pPr marL="285750" indent="-285750">
              <a:buFont typeface="Arial"/>
              <a:buChar char="•"/>
            </a:pPr>
            <a:endParaRPr lang="en-US" sz="1800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A1697E-CB50-C917-90D9-DF19D3E62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2A080-DA64-4F5C-9131-47EB793B4410}" type="slidenum">
              <a:rPr lang="en-GB" noProof="0" smtClean="0"/>
              <a:pPr/>
              <a:t>13</a:t>
            </a:fld>
            <a:endParaRPr lang="en-GB" noProof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148C5C-884F-969A-A218-E0D7E3E57B67}"/>
              </a:ext>
            </a:extLst>
          </p:cNvPr>
          <p:cNvSpPr txBox="1"/>
          <p:nvPr/>
        </p:nvSpPr>
        <p:spPr>
          <a:xfrm>
            <a:off x="1162610" y="4310984"/>
            <a:ext cx="4933389" cy="120032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Consolas" panose="020B0609020204030204" pitchFamily="49" charset="0"/>
                <a:ea typeface="+mn-lt"/>
                <a:cs typeface="+mn-lt"/>
              </a:rPr>
              <a:t>SELECT country, COUNT(*) FROM customers</a:t>
            </a:r>
            <a:endParaRPr lang="en-US">
              <a:latin typeface="Consolas" panose="020B0609020204030204" pitchFamily="49" charset="0"/>
            </a:endParaRPr>
          </a:p>
          <a:p>
            <a:r>
              <a:rPr lang="en-US">
                <a:latin typeface="Consolas" panose="020B0609020204030204" pitchFamily="49" charset="0"/>
                <a:ea typeface="+mn-lt"/>
                <a:cs typeface="+mn-lt"/>
              </a:rPr>
              <a:t>GROUP BY country</a:t>
            </a:r>
            <a:endParaRPr lang="en-US">
              <a:latin typeface="Consolas" panose="020B0609020204030204" pitchFamily="49" charset="0"/>
            </a:endParaRPr>
          </a:p>
          <a:p>
            <a:r>
              <a:rPr lang="en-US">
                <a:latin typeface="Consolas" panose="020B0609020204030204" pitchFamily="49" charset="0"/>
                <a:ea typeface="+mn-lt"/>
                <a:cs typeface="+mn-lt"/>
              </a:rPr>
              <a:t>HAVING COUNT(*) &gt; 10;</a:t>
            </a:r>
            <a:endParaRPr lang="en-US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C5EA61-F267-EDE0-1227-8C62AF0051FF}"/>
              </a:ext>
            </a:extLst>
          </p:cNvPr>
          <p:cNvSpPr txBox="1"/>
          <p:nvPr/>
        </p:nvSpPr>
        <p:spPr>
          <a:xfrm>
            <a:off x="1162610" y="1504431"/>
            <a:ext cx="4933389" cy="92333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Consolas" panose="020B0609020204030204" pitchFamily="49" charset="0"/>
                <a:ea typeface="+mn-lt"/>
                <a:cs typeface="+mn-lt"/>
              </a:rPr>
              <a:t>SELECT country, COUNT(*) FROM customers</a:t>
            </a:r>
            <a:endParaRPr lang="en-US">
              <a:latin typeface="Consolas" panose="020B0609020204030204" pitchFamily="49" charset="0"/>
            </a:endParaRPr>
          </a:p>
          <a:p>
            <a:r>
              <a:rPr lang="en-US">
                <a:latin typeface="Consolas" panose="020B0609020204030204" pitchFamily="49" charset="0"/>
                <a:ea typeface="+mn-lt"/>
                <a:cs typeface="+mn-lt"/>
              </a:rPr>
              <a:t>GROUP BY country;</a:t>
            </a:r>
          </a:p>
        </p:txBody>
      </p:sp>
    </p:spTree>
    <p:extLst>
      <p:ext uri="{BB962C8B-B14F-4D97-AF65-F5344CB8AC3E}">
        <p14:creationId xmlns:p14="http://schemas.microsoft.com/office/powerpoint/2010/main" val="42716612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ACAD3-9E9C-4BEE-5BA8-69A9C0862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Geologica"/>
              </a:rPr>
              <a:t>Limiting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A0C81C-C73F-36CA-C9E7-569E23C4E86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GB" sz="1800" b="1">
                <a:ea typeface="+mn-lt"/>
                <a:cs typeface="+mn-lt"/>
              </a:rPr>
              <a:t>Limiting</a:t>
            </a:r>
            <a:r>
              <a:rPr lang="en-GB" sz="1800">
                <a:ea typeface="+mn-lt"/>
                <a:cs typeface="+mn-lt"/>
              </a:rPr>
              <a:t> lets you restrict the </a:t>
            </a:r>
            <a:r>
              <a:rPr lang="en-GB" sz="1800" b="1">
                <a:ea typeface="+mn-lt"/>
                <a:cs typeface="+mn-lt"/>
              </a:rPr>
              <a:t>number of results</a:t>
            </a:r>
            <a:r>
              <a:rPr lang="en-GB" sz="1800">
                <a:ea typeface="+mn-lt"/>
                <a:cs typeface="+mn-lt"/>
              </a:rPr>
              <a:t> returned from a </a:t>
            </a:r>
            <a:r>
              <a:rPr lang="en-GB" sz="1800"/>
              <a:t>SELECT</a:t>
            </a:r>
            <a:r>
              <a:rPr lang="en-GB" sz="1800">
                <a:ea typeface="+mn-lt"/>
                <a:cs typeface="+mn-lt"/>
              </a:rPr>
              <a:t> query. This is especially useful when:</a:t>
            </a:r>
            <a:endParaRPr lang="en-US" sz="1800"/>
          </a:p>
          <a:p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lang="en-GB" sz="1800">
                <a:ea typeface="+mn-lt"/>
                <a:cs typeface="+mn-lt"/>
              </a:rPr>
              <a:t>You only want the </a:t>
            </a:r>
            <a:r>
              <a:rPr lang="en-GB" sz="1800" b="1">
                <a:ea typeface="+mn-lt"/>
                <a:cs typeface="+mn-lt"/>
              </a:rPr>
              <a:t>top N rows</a:t>
            </a:r>
            <a:endParaRPr lang="en-GB" sz="1800"/>
          </a:p>
          <a:p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lang="en-GB" sz="1800">
                <a:ea typeface="+mn-lt"/>
                <a:cs typeface="+mn-lt"/>
              </a:rPr>
              <a:t>You’re testing and don’t want to see the whole table</a:t>
            </a:r>
            <a:endParaRPr lang="en-GB" sz="1800"/>
          </a:p>
          <a:p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lang="en-GB" sz="1800">
                <a:ea typeface="+mn-lt"/>
                <a:cs typeface="+mn-lt"/>
              </a:rPr>
              <a:t>You’re showing </a:t>
            </a:r>
            <a:r>
              <a:rPr lang="en-GB" sz="1800" b="1">
                <a:ea typeface="+mn-lt"/>
                <a:cs typeface="+mn-lt"/>
              </a:rPr>
              <a:t>pagination</a:t>
            </a:r>
            <a:r>
              <a:rPr lang="en-GB" sz="1800">
                <a:ea typeface="+mn-lt"/>
                <a:cs typeface="+mn-lt"/>
              </a:rPr>
              <a:t> (e.g., 10 results per page)</a:t>
            </a:r>
            <a:endParaRPr lang="en-GB" sz="1800"/>
          </a:p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E06B8A-83F0-A6A6-1849-6CDA33A0B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2A080-DA64-4F5C-9131-47EB793B4410}" type="slidenum">
              <a:rPr lang="en-GB" noProof="0" smtClean="0"/>
              <a:pPr/>
              <a:t>14</a:t>
            </a:fld>
            <a:endParaRPr lang="en-GB" noProof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1BF9AE-208F-27B0-E3ED-BF5B4EE845F4}"/>
              </a:ext>
            </a:extLst>
          </p:cNvPr>
          <p:cNvSpPr txBox="1"/>
          <p:nvPr/>
        </p:nvSpPr>
        <p:spPr>
          <a:xfrm>
            <a:off x="1287004" y="4155717"/>
            <a:ext cx="3711716" cy="92333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latin typeface="Consolas" panose="020B0609020204030204" pitchFamily="49" charset="0"/>
                <a:ea typeface="+mn-lt"/>
                <a:cs typeface="+mn-lt"/>
              </a:rPr>
              <a:t>SELECT column1, column2</a:t>
            </a:r>
            <a:endParaRPr lang="en-US">
              <a:latin typeface="Consolas" panose="020B0609020204030204" pitchFamily="49" charset="0"/>
            </a:endParaRPr>
          </a:p>
          <a:p>
            <a:r>
              <a:rPr lang="en-GB">
                <a:latin typeface="Consolas" panose="020B0609020204030204" pitchFamily="49" charset="0"/>
                <a:ea typeface="+mn-lt"/>
                <a:cs typeface="+mn-lt"/>
              </a:rPr>
              <a:t>FROM </a:t>
            </a:r>
            <a:r>
              <a:rPr lang="en-GB" err="1">
                <a:latin typeface="Consolas" panose="020B0609020204030204" pitchFamily="49" charset="0"/>
                <a:ea typeface="+mn-lt"/>
                <a:cs typeface="+mn-lt"/>
              </a:rPr>
              <a:t>table_name</a:t>
            </a:r>
            <a:endParaRPr lang="en-GB">
              <a:latin typeface="Consolas" panose="020B0609020204030204" pitchFamily="49" charset="0"/>
            </a:endParaRPr>
          </a:p>
          <a:p>
            <a:r>
              <a:rPr lang="en-GB">
                <a:latin typeface="Consolas" panose="020B0609020204030204" pitchFamily="49" charset="0"/>
                <a:ea typeface="+mn-lt"/>
                <a:cs typeface="+mn-lt"/>
              </a:rPr>
              <a:t>LIMIT number;</a:t>
            </a:r>
            <a:endParaRPr lang="en-GB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1368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D3398-E759-1A2E-DB0E-411587CBB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Geologica"/>
              </a:rPr>
              <a:t>Constraints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EEC8BE-A0BA-EB9C-2D62-762C776A4F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1" y="1327993"/>
            <a:ext cx="10515599" cy="32338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b="1">
                <a:solidFill>
                  <a:srgbClr val="090909"/>
                </a:solidFill>
                <a:ea typeface="+mn-lt"/>
                <a:cs typeface="+mn-lt"/>
              </a:rPr>
              <a:t>Constraints</a:t>
            </a:r>
            <a:r>
              <a:rPr lang="en-US" sz="1800">
                <a:solidFill>
                  <a:srgbClr val="090909"/>
                </a:solidFill>
                <a:ea typeface="+mn-lt"/>
                <a:cs typeface="+mn-lt"/>
              </a:rPr>
              <a:t> are rules you can apply to columns in a table to control what values can go into them. They help prevent mistakes like duplicates, missing values, or invalid data.</a:t>
            </a:r>
            <a:endParaRPr lang="en-US" sz="1800"/>
          </a:p>
          <a:p>
            <a:pPr>
              <a:lnSpc>
                <a:spcPct val="200000"/>
              </a:lnSpc>
            </a:pPr>
            <a:r>
              <a:rPr lang="en-US" sz="2000">
                <a:solidFill>
                  <a:srgbClr val="090909"/>
                </a:solidFill>
                <a:ea typeface="+mn-lt"/>
                <a:cs typeface="+mn-lt"/>
              </a:rPr>
              <a:t>1. </a:t>
            </a:r>
            <a:r>
              <a:rPr lang="en-US" sz="2000" b="1">
                <a:solidFill>
                  <a:srgbClr val="090909"/>
                </a:solidFill>
                <a:ea typeface="+mn-lt"/>
                <a:cs typeface="+mn-lt"/>
              </a:rPr>
              <a:t>PRIMARY KEY </a:t>
            </a:r>
            <a:r>
              <a:rPr lang="en-US" sz="1800">
                <a:solidFill>
                  <a:srgbClr val="090909"/>
                </a:solidFill>
                <a:ea typeface="+mn-lt"/>
                <a:cs typeface="+mn-lt"/>
              </a:rPr>
              <a:t>- Uniquely identifies each row in a table</a:t>
            </a:r>
            <a:endParaRPr lang="en-US" sz="1800"/>
          </a:p>
          <a:p>
            <a:pPr marL="1028065" lvl="1" indent="-342900">
              <a:lnSpc>
                <a:spcPct val="200000"/>
              </a:lnSpc>
              <a:buFont typeface="Courier New" panose="020B0604020202020204" pitchFamily="34" charset="0"/>
              <a:buChar char="o"/>
            </a:pPr>
            <a:r>
              <a:rPr lang="en-US" sz="1800">
                <a:solidFill>
                  <a:srgbClr val="090909"/>
                </a:solidFill>
                <a:latin typeface="+mn-lt"/>
              </a:rPr>
              <a:t>Must be </a:t>
            </a:r>
            <a:r>
              <a:rPr lang="en-US" sz="1800" b="1">
                <a:solidFill>
                  <a:srgbClr val="090909"/>
                </a:solidFill>
                <a:latin typeface="+mn-lt"/>
              </a:rPr>
              <a:t>unique</a:t>
            </a:r>
            <a:r>
              <a:rPr lang="en-US" sz="1800">
                <a:solidFill>
                  <a:srgbClr val="090909"/>
                </a:solidFill>
                <a:latin typeface="+mn-lt"/>
              </a:rPr>
              <a:t>.</a:t>
            </a:r>
            <a:endParaRPr lang="en-US" sz="1800">
              <a:latin typeface="+mn-lt"/>
            </a:endParaRPr>
          </a:p>
          <a:p>
            <a:pPr marL="1028065" lvl="1" indent="-342900">
              <a:lnSpc>
                <a:spcPct val="200000"/>
              </a:lnSpc>
              <a:buFont typeface="Courier New" panose="020B0604020202020204" pitchFamily="34" charset="0"/>
              <a:buChar char="o"/>
            </a:pPr>
            <a:r>
              <a:rPr lang="en-US" sz="1800">
                <a:solidFill>
                  <a:srgbClr val="090909"/>
                </a:solidFill>
                <a:latin typeface="+mn-lt"/>
              </a:rPr>
              <a:t>Cannot be NULL</a:t>
            </a:r>
          </a:p>
          <a:p>
            <a:endParaRPr lang="en-US" sz="1800">
              <a:solidFill>
                <a:srgbClr val="090909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BB5192-107D-84A6-45CF-F619BB594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2A080-DA64-4F5C-9131-47EB793B4410}" type="slidenum">
              <a:rPr lang="en-GB" noProof="0" smtClean="0"/>
              <a:pPr/>
              <a:t>15</a:t>
            </a:fld>
            <a:endParaRPr lang="en-GB" noProof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EC17C8-4EC9-1E78-AEEB-6DA56F2066C2}"/>
              </a:ext>
            </a:extLst>
          </p:cNvPr>
          <p:cNvSpPr txBox="1"/>
          <p:nvPr/>
        </p:nvSpPr>
        <p:spPr>
          <a:xfrm>
            <a:off x="1252169" y="4400220"/>
            <a:ext cx="4142791" cy="1200329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GB">
                <a:latin typeface="Consolas" panose="020B0609020204030204" pitchFamily="49" charset="0"/>
                <a:ea typeface="+mn-lt"/>
                <a:cs typeface="+mn-lt"/>
              </a:rPr>
              <a:t>CREATE TABLE users (</a:t>
            </a:r>
            <a:endParaRPr lang="en-US">
              <a:latin typeface="Consolas" panose="020B0609020204030204" pitchFamily="49" charset="0"/>
            </a:endParaRPr>
          </a:p>
          <a:p>
            <a:pPr algn="just"/>
            <a:r>
              <a:rPr lang="en-GB">
                <a:latin typeface="Consolas" panose="020B0609020204030204" pitchFamily="49" charset="0"/>
                <a:ea typeface="+mn-lt"/>
                <a:cs typeface="+mn-lt"/>
              </a:rPr>
              <a:t>    </a:t>
            </a:r>
            <a:r>
              <a:rPr lang="en-GB" err="1">
                <a:latin typeface="Consolas" panose="020B0609020204030204" pitchFamily="49" charset="0"/>
                <a:ea typeface="+mn-lt"/>
                <a:cs typeface="+mn-lt"/>
              </a:rPr>
              <a:t>user_id</a:t>
            </a:r>
            <a:r>
              <a:rPr lang="en-GB">
                <a:latin typeface="Consolas" panose="020B0609020204030204" pitchFamily="49" charset="0"/>
                <a:ea typeface="+mn-lt"/>
                <a:cs typeface="+mn-lt"/>
              </a:rPr>
              <a:t> INT PRIMARY KEY,</a:t>
            </a:r>
            <a:endParaRPr lang="en-GB">
              <a:latin typeface="Consolas" panose="020B0609020204030204" pitchFamily="49" charset="0"/>
            </a:endParaRPr>
          </a:p>
          <a:p>
            <a:pPr algn="just"/>
            <a:r>
              <a:rPr lang="en-GB">
                <a:latin typeface="Consolas" panose="020B0609020204030204" pitchFamily="49" charset="0"/>
                <a:ea typeface="+mn-lt"/>
                <a:cs typeface="+mn-lt"/>
              </a:rPr>
              <a:t>    name VARCHAR(50)</a:t>
            </a:r>
            <a:endParaRPr lang="en-GB">
              <a:latin typeface="Consolas" panose="020B0609020204030204" pitchFamily="49" charset="0"/>
            </a:endParaRPr>
          </a:p>
          <a:p>
            <a:pPr algn="just"/>
            <a:r>
              <a:rPr lang="en-GB">
                <a:latin typeface="Consolas" panose="020B0609020204030204" pitchFamily="49" charset="0"/>
                <a:ea typeface="+mn-lt"/>
                <a:cs typeface="+mn-lt"/>
              </a:rPr>
              <a:t>);</a:t>
            </a:r>
            <a:endParaRPr lang="en-GB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93958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D41A2-1631-5F07-1F1D-FFFE5C9A1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Constraints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3BF94B-72E1-1EFB-F1B1-C91161EF08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1" y="1327994"/>
            <a:ext cx="6269421" cy="520273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sz="1800">
                <a:ea typeface="+mn-lt"/>
                <a:cs typeface="+mn-lt"/>
              </a:rPr>
              <a:t>2. </a:t>
            </a:r>
            <a:r>
              <a:rPr lang="en-GB" sz="2000" b="1">
                <a:ea typeface="+mn-lt"/>
                <a:cs typeface="+mn-lt"/>
              </a:rPr>
              <a:t>UNIQUE</a:t>
            </a:r>
            <a:r>
              <a:rPr lang="en-GB" sz="1800" b="1">
                <a:ea typeface="+mn-lt"/>
                <a:cs typeface="+mn-lt"/>
              </a:rPr>
              <a:t> - </a:t>
            </a:r>
            <a:r>
              <a:rPr lang="en-GB" sz="1800">
                <a:ea typeface="+mn-lt"/>
                <a:cs typeface="+mn-lt"/>
              </a:rPr>
              <a:t>Ensures all values in a column are </a:t>
            </a:r>
            <a:r>
              <a:rPr lang="en-GB" sz="1800" b="1">
                <a:ea typeface="+mn-lt"/>
                <a:cs typeface="+mn-lt"/>
              </a:rPr>
              <a:t>different</a:t>
            </a:r>
            <a:r>
              <a:rPr lang="en-GB" sz="1800">
                <a:ea typeface="+mn-lt"/>
                <a:cs typeface="+mn-lt"/>
              </a:rPr>
              <a:t> </a:t>
            </a:r>
          </a:p>
          <a:p>
            <a:pPr marL="970915" lvl="1" indent="-285750">
              <a:buFont typeface="Courier New" panose="020B0604020202020204" pitchFamily="34" charset="0"/>
              <a:buChar char="o"/>
            </a:pPr>
            <a:r>
              <a:rPr lang="en-GB" sz="1800">
                <a:solidFill>
                  <a:srgbClr val="181835"/>
                </a:solidFill>
                <a:latin typeface="Geologica"/>
                <a:ea typeface="+mn-lt"/>
                <a:cs typeface="+mn-lt"/>
              </a:rPr>
              <a:t>You can have multiple unique columns in a table.</a:t>
            </a:r>
          </a:p>
          <a:p>
            <a:pPr marL="970915" lvl="1" indent="-285750">
              <a:buFont typeface="Courier New" panose="020B0604020202020204" pitchFamily="34" charset="0"/>
              <a:buChar char="o"/>
            </a:pPr>
            <a:endParaRPr lang="en-GB" sz="1800">
              <a:solidFill>
                <a:srgbClr val="181835"/>
              </a:solidFill>
              <a:latin typeface="Geologica"/>
              <a:ea typeface="+mn-lt"/>
              <a:cs typeface="+mn-lt"/>
            </a:endParaRPr>
          </a:p>
          <a:p>
            <a:pPr marL="970915" lvl="1" indent="-285750">
              <a:buFont typeface="Courier New" panose="020B0604020202020204" pitchFamily="34" charset="0"/>
              <a:buChar char="o"/>
            </a:pPr>
            <a:endParaRPr lang="en-GB" sz="1800">
              <a:solidFill>
                <a:srgbClr val="181835"/>
              </a:solidFill>
              <a:latin typeface="Geologica"/>
              <a:ea typeface="+mn-lt"/>
              <a:cs typeface="+mn-lt"/>
            </a:endParaRPr>
          </a:p>
          <a:p>
            <a:pPr marL="970915" lvl="1" indent="-285750">
              <a:buFont typeface="Courier New" panose="020B0604020202020204" pitchFamily="34" charset="0"/>
              <a:buChar char="o"/>
            </a:pPr>
            <a:endParaRPr lang="en-GB" sz="1800">
              <a:solidFill>
                <a:srgbClr val="181835"/>
              </a:solidFill>
              <a:latin typeface="Geologica"/>
              <a:ea typeface="+mn-lt"/>
              <a:cs typeface="+mn-lt"/>
            </a:endParaRPr>
          </a:p>
          <a:p>
            <a:endParaRPr lang="en-GB" sz="1800">
              <a:solidFill>
                <a:srgbClr val="181835"/>
              </a:solidFill>
              <a:latin typeface="Geologica"/>
              <a:ea typeface="+mn-lt"/>
              <a:cs typeface="+mn-lt"/>
            </a:endParaRPr>
          </a:p>
          <a:p>
            <a:endParaRPr lang="en-GB" sz="1800">
              <a:solidFill>
                <a:srgbClr val="181835"/>
              </a:solidFill>
              <a:latin typeface="Geologica"/>
              <a:ea typeface="+mn-lt"/>
              <a:cs typeface="+mn-lt"/>
            </a:endParaRPr>
          </a:p>
          <a:p>
            <a:r>
              <a:rPr lang="en-GB" sz="1800">
                <a:solidFill>
                  <a:srgbClr val="181835"/>
                </a:solidFill>
                <a:latin typeface="Geologica"/>
                <a:ea typeface="+mn-lt"/>
                <a:cs typeface="+mn-lt"/>
              </a:rPr>
              <a:t>3. </a:t>
            </a:r>
            <a:r>
              <a:rPr lang="en-GB" sz="2000" b="1">
                <a:solidFill>
                  <a:srgbClr val="181835"/>
                </a:solidFill>
                <a:ea typeface="+mn-lt"/>
                <a:cs typeface="+mn-lt"/>
              </a:rPr>
              <a:t>CHECK</a:t>
            </a:r>
            <a:r>
              <a:rPr lang="en-GB" sz="1800" b="1">
                <a:solidFill>
                  <a:srgbClr val="181835"/>
                </a:solidFill>
                <a:ea typeface="+mn-lt"/>
                <a:cs typeface="+mn-lt"/>
              </a:rPr>
              <a:t> </a:t>
            </a:r>
            <a:r>
              <a:rPr lang="en-GB" sz="1800">
                <a:solidFill>
                  <a:srgbClr val="181835"/>
                </a:solidFill>
                <a:ea typeface="+mn-lt"/>
                <a:cs typeface="+mn-lt"/>
              </a:rPr>
              <a:t>- Validates data based on a condition.</a:t>
            </a:r>
            <a:endParaRPr lang="en-GB"/>
          </a:p>
          <a:p>
            <a:pPr marL="628015" lvl="1" indent="0">
              <a:buNone/>
            </a:pPr>
            <a:endParaRPr lang="en-GB" sz="1800">
              <a:solidFill>
                <a:srgbClr val="181835"/>
              </a:solidFill>
              <a:latin typeface="DM Sans 14pt"/>
              <a:ea typeface="+mn-lt"/>
              <a:cs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C90B2A-C61C-F0B2-DDFA-81411E677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2A080-DA64-4F5C-9131-47EB793B4410}" type="slidenum">
              <a:rPr lang="en-GB" noProof="0" smtClean="0"/>
              <a:pPr/>
              <a:t>16</a:t>
            </a:fld>
            <a:endParaRPr lang="en-GB" noProof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022147-42F0-4789-6D47-47FAECA37FC9}"/>
              </a:ext>
            </a:extLst>
          </p:cNvPr>
          <p:cNvSpPr txBox="1"/>
          <p:nvPr/>
        </p:nvSpPr>
        <p:spPr>
          <a:xfrm>
            <a:off x="1149335" y="2390324"/>
            <a:ext cx="4022105" cy="120032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latin typeface="Consolas" panose="020B0609020204030204" pitchFamily="49" charset="0"/>
                <a:ea typeface="+mn-lt"/>
                <a:cs typeface="+mn-lt"/>
              </a:rPr>
              <a:t>CREATE TABLE users (</a:t>
            </a:r>
            <a:endParaRPr lang="en-US">
              <a:latin typeface="Consolas" panose="020B0609020204030204" pitchFamily="49" charset="0"/>
            </a:endParaRPr>
          </a:p>
          <a:p>
            <a:r>
              <a:rPr lang="en-GB">
                <a:latin typeface="Consolas" panose="020B0609020204030204" pitchFamily="49" charset="0"/>
                <a:ea typeface="+mn-lt"/>
                <a:cs typeface="+mn-lt"/>
              </a:rPr>
              <a:t>    </a:t>
            </a:r>
            <a:r>
              <a:rPr lang="en-GB" err="1">
                <a:latin typeface="Consolas" panose="020B0609020204030204" pitchFamily="49" charset="0"/>
                <a:ea typeface="+mn-lt"/>
                <a:cs typeface="+mn-lt"/>
              </a:rPr>
              <a:t>user_id</a:t>
            </a:r>
            <a:r>
              <a:rPr lang="en-GB">
                <a:latin typeface="Consolas" panose="020B0609020204030204" pitchFamily="49" charset="0"/>
                <a:ea typeface="+mn-lt"/>
                <a:cs typeface="+mn-lt"/>
              </a:rPr>
              <a:t> INT PRIMARY KEY,</a:t>
            </a:r>
            <a:endParaRPr lang="en-GB">
              <a:latin typeface="Consolas" panose="020B0609020204030204" pitchFamily="49" charset="0"/>
            </a:endParaRPr>
          </a:p>
          <a:p>
            <a:r>
              <a:rPr lang="en-GB">
                <a:latin typeface="Consolas" panose="020B0609020204030204" pitchFamily="49" charset="0"/>
                <a:ea typeface="+mn-lt"/>
                <a:cs typeface="+mn-lt"/>
              </a:rPr>
              <a:t>    name VARCHAR(50)</a:t>
            </a:r>
            <a:endParaRPr lang="en-GB">
              <a:latin typeface="Consolas" panose="020B0609020204030204" pitchFamily="49" charset="0"/>
            </a:endParaRPr>
          </a:p>
          <a:p>
            <a:r>
              <a:rPr lang="en-GB">
                <a:latin typeface="Consolas" panose="020B0609020204030204" pitchFamily="49" charset="0"/>
                <a:ea typeface="+mn-lt"/>
                <a:cs typeface="+mn-lt"/>
              </a:rPr>
              <a:t>);</a:t>
            </a:r>
            <a:endParaRPr lang="en-GB"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F6D0F4-5FA2-3A34-F3C4-8BE8568C8BB0}"/>
              </a:ext>
            </a:extLst>
          </p:cNvPr>
          <p:cNvSpPr txBox="1"/>
          <p:nvPr/>
        </p:nvSpPr>
        <p:spPr>
          <a:xfrm>
            <a:off x="1067897" y="4615776"/>
            <a:ext cx="4103543" cy="1477328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latin typeface="Consolas" panose="020B0609020204030204" pitchFamily="49" charset="0"/>
                <a:ea typeface="+mn-lt"/>
                <a:cs typeface="+mn-lt"/>
              </a:rPr>
              <a:t>CREATE TABLE products (</a:t>
            </a:r>
            <a:endParaRPr lang="en-US">
              <a:latin typeface="Consolas" panose="020B0609020204030204" pitchFamily="49" charset="0"/>
            </a:endParaRPr>
          </a:p>
          <a:p>
            <a:r>
              <a:rPr lang="en-GB">
                <a:latin typeface="Consolas" panose="020B0609020204030204" pitchFamily="49" charset="0"/>
                <a:ea typeface="+mn-lt"/>
                <a:cs typeface="+mn-lt"/>
              </a:rPr>
              <a:t>    </a:t>
            </a:r>
            <a:r>
              <a:rPr lang="en-GB" err="1">
                <a:latin typeface="Consolas" panose="020B0609020204030204" pitchFamily="49" charset="0"/>
                <a:ea typeface="+mn-lt"/>
                <a:cs typeface="+mn-lt"/>
              </a:rPr>
              <a:t>product_id</a:t>
            </a:r>
            <a:r>
              <a:rPr lang="en-GB">
                <a:latin typeface="Consolas" panose="020B0609020204030204" pitchFamily="49" charset="0"/>
                <a:ea typeface="+mn-lt"/>
                <a:cs typeface="+mn-lt"/>
              </a:rPr>
              <a:t> INT PRIMARY KEY,</a:t>
            </a:r>
            <a:endParaRPr lang="en-GB">
              <a:latin typeface="Consolas" panose="020B0609020204030204" pitchFamily="49" charset="0"/>
            </a:endParaRPr>
          </a:p>
          <a:p>
            <a:r>
              <a:rPr lang="en-GB">
                <a:latin typeface="Consolas" panose="020B0609020204030204" pitchFamily="49" charset="0"/>
                <a:ea typeface="+mn-lt"/>
                <a:cs typeface="+mn-lt"/>
              </a:rPr>
              <a:t>    price DECIMAL(10, 2),</a:t>
            </a:r>
            <a:endParaRPr lang="en-GB">
              <a:latin typeface="Consolas" panose="020B0609020204030204" pitchFamily="49" charset="0"/>
            </a:endParaRPr>
          </a:p>
          <a:p>
            <a:r>
              <a:rPr lang="en-GB">
                <a:latin typeface="Consolas" panose="020B0609020204030204" pitchFamily="49" charset="0"/>
                <a:ea typeface="+mn-lt"/>
                <a:cs typeface="+mn-lt"/>
              </a:rPr>
              <a:t>    CHECK (price &gt;= 0)</a:t>
            </a:r>
            <a:endParaRPr lang="en-GB">
              <a:latin typeface="Consolas" panose="020B0609020204030204" pitchFamily="49" charset="0"/>
            </a:endParaRPr>
          </a:p>
          <a:p>
            <a:r>
              <a:rPr lang="en-GB">
                <a:latin typeface="Consolas" panose="020B0609020204030204" pitchFamily="49" charset="0"/>
                <a:ea typeface="+mn-lt"/>
                <a:cs typeface="+mn-lt"/>
              </a:rPr>
              <a:t>);</a:t>
            </a:r>
            <a:endParaRPr lang="en-GB">
              <a:latin typeface="Consolas" panose="020B0609020204030204" pitchFamily="49" charset="0"/>
            </a:endParaRP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E0F9828B-7420-AF30-7E81-11D825D969CA}"/>
              </a:ext>
            </a:extLst>
          </p:cNvPr>
          <p:cNvSpPr txBox="1">
            <a:spLocks/>
          </p:cNvSpPr>
          <p:nvPr/>
        </p:nvSpPr>
        <p:spPr>
          <a:xfrm>
            <a:off x="5774523" y="6340589"/>
            <a:ext cx="106172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i="0" kern="1200">
                <a:solidFill>
                  <a:schemeClr val="tx2"/>
                </a:solidFill>
                <a:latin typeface="Geologica Light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DD2A080-DA64-4F5C-9131-47EB793B4410}" type="slidenum">
              <a:rPr lang="en-GB" smtClean="0"/>
              <a:pPr/>
              <a:t>16</a:t>
            </a:fld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8E4F44-194F-538B-AB68-9FB9A7285BA9}"/>
              </a:ext>
            </a:extLst>
          </p:cNvPr>
          <p:cNvSpPr txBox="1"/>
          <p:nvPr/>
        </p:nvSpPr>
        <p:spPr>
          <a:xfrm>
            <a:off x="7020562" y="1312605"/>
            <a:ext cx="4876799" cy="261610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ea typeface="+mn-lt"/>
                <a:cs typeface="+mn-lt"/>
              </a:rPr>
              <a:t>4</a:t>
            </a:r>
            <a:r>
              <a:rPr lang="en-GB" sz="2000">
                <a:ea typeface="+mn-lt"/>
                <a:cs typeface="+mn-lt"/>
              </a:rPr>
              <a:t>. </a:t>
            </a:r>
            <a:r>
              <a:rPr lang="en-GB" sz="2000" b="1">
                <a:ea typeface="+mn-lt"/>
                <a:cs typeface="+mn-lt"/>
              </a:rPr>
              <a:t>FOREIGN KEY </a:t>
            </a:r>
            <a:r>
              <a:rPr lang="en-GB" b="1">
                <a:ea typeface="+mn-lt"/>
                <a:cs typeface="+mn-lt"/>
              </a:rPr>
              <a:t>- </a:t>
            </a:r>
            <a:r>
              <a:rPr lang="en-GB">
                <a:ea typeface="+mn-lt"/>
                <a:cs typeface="+mn-lt"/>
              </a:rPr>
              <a:t>Creates a link (relationship) between two tables.</a:t>
            </a: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en-GB">
                <a:ea typeface="+mn-lt"/>
                <a:cs typeface="+mn-lt"/>
              </a:rPr>
              <a:t>Ensures the value in one table matches a value in another table’s </a:t>
            </a:r>
            <a:r>
              <a:rPr lang="en-GB" b="1">
                <a:ea typeface="+mn-lt"/>
                <a:cs typeface="+mn-lt"/>
              </a:rPr>
              <a:t>primary key</a:t>
            </a:r>
            <a:r>
              <a:rPr lang="en-GB">
                <a:ea typeface="+mn-lt"/>
                <a:cs typeface="+mn-lt"/>
              </a:rPr>
              <a:t>.</a:t>
            </a: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en-GB">
                <a:ea typeface="+mn-lt"/>
                <a:cs typeface="+mn-lt"/>
              </a:rPr>
              <a:t>Prevents orphan records (data pointing to nothing).</a:t>
            </a:r>
            <a:endParaRPr lang="en-GB"/>
          </a:p>
          <a:p>
            <a:pPr lvl="1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4803AE-629D-8668-3993-1A11A3069E89}"/>
              </a:ext>
            </a:extLst>
          </p:cNvPr>
          <p:cNvSpPr txBox="1"/>
          <p:nvPr/>
        </p:nvSpPr>
        <p:spPr>
          <a:xfrm>
            <a:off x="7337318" y="3815853"/>
            <a:ext cx="4203221" cy="175432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ea typeface="+mn-lt"/>
                <a:cs typeface="+mn-lt"/>
              </a:rPr>
              <a:t>CREATE TABLE orders (</a:t>
            </a:r>
            <a:endParaRPr lang="en-US"/>
          </a:p>
          <a:p>
            <a:r>
              <a:rPr lang="en-GB">
                <a:ea typeface="+mn-lt"/>
                <a:cs typeface="+mn-lt"/>
              </a:rPr>
              <a:t>    </a:t>
            </a:r>
            <a:r>
              <a:rPr lang="en-GB" err="1">
                <a:ea typeface="+mn-lt"/>
                <a:cs typeface="+mn-lt"/>
              </a:rPr>
              <a:t>order_id</a:t>
            </a:r>
            <a:r>
              <a:rPr lang="en-GB">
                <a:ea typeface="+mn-lt"/>
                <a:cs typeface="+mn-lt"/>
              </a:rPr>
              <a:t> INT PRIMARY KEY,</a:t>
            </a:r>
            <a:endParaRPr lang="en-GB"/>
          </a:p>
          <a:p>
            <a:r>
              <a:rPr lang="en-GB">
                <a:ea typeface="+mn-lt"/>
                <a:cs typeface="+mn-lt"/>
              </a:rPr>
              <a:t>    </a:t>
            </a:r>
            <a:r>
              <a:rPr lang="en-GB" err="1">
                <a:ea typeface="+mn-lt"/>
                <a:cs typeface="+mn-lt"/>
              </a:rPr>
              <a:t>user_id</a:t>
            </a:r>
            <a:r>
              <a:rPr lang="en-GB">
                <a:ea typeface="+mn-lt"/>
                <a:cs typeface="+mn-lt"/>
              </a:rPr>
              <a:t> INT,</a:t>
            </a:r>
            <a:endParaRPr lang="en-GB"/>
          </a:p>
          <a:p>
            <a:r>
              <a:rPr lang="en-GB">
                <a:ea typeface="+mn-lt"/>
                <a:cs typeface="+mn-lt"/>
              </a:rPr>
              <a:t>    FOREIGN KEY (</a:t>
            </a:r>
            <a:r>
              <a:rPr lang="en-GB" err="1">
                <a:ea typeface="+mn-lt"/>
                <a:cs typeface="+mn-lt"/>
              </a:rPr>
              <a:t>user_id</a:t>
            </a:r>
            <a:r>
              <a:rPr lang="en-GB">
                <a:ea typeface="+mn-lt"/>
                <a:cs typeface="+mn-lt"/>
              </a:rPr>
              <a:t>) REFERENCES users(</a:t>
            </a:r>
            <a:r>
              <a:rPr lang="en-GB" err="1">
                <a:ea typeface="+mn-lt"/>
                <a:cs typeface="+mn-lt"/>
              </a:rPr>
              <a:t>user_id</a:t>
            </a:r>
            <a:r>
              <a:rPr lang="en-GB">
                <a:ea typeface="+mn-lt"/>
                <a:cs typeface="+mn-lt"/>
              </a:rPr>
              <a:t>)</a:t>
            </a:r>
            <a:endParaRPr lang="en-GB"/>
          </a:p>
          <a:p>
            <a:r>
              <a:rPr lang="en-GB">
                <a:ea typeface="+mn-lt"/>
                <a:cs typeface="+mn-lt"/>
              </a:rPr>
              <a:t>);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20134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2E987-A4BF-4EAF-053E-D0FDCEDA4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F2AAC-AD77-EDA8-4D0D-156727631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Constraints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2B2AD9-2E36-72F1-2D59-FC9144C045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Char char="•"/>
            </a:pPr>
            <a:r>
              <a:rPr lang="en-GB" sz="1800">
                <a:ea typeface="+mn-lt"/>
                <a:cs typeface="+mn-lt"/>
              </a:rPr>
              <a:t>5. </a:t>
            </a:r>
            <a:r>
              <a:rPr lang="en-GB" sz="2000" b="1">
                <a:ea typeface="+mn-lt"/>
                <a:cs typeface="+mn-lt"/>
              </a:rPr>
              <a:t>NOT NULL- </a:t>
            </a:r>
            <a:r>
              <a:rPr lang="en-GB" sz="1800">
                <a:ea typeface="+mn-lt"/>
                <a:cs typeface="+mn-lt"/>
              </a:rPr>
              <a:t>Ensures that a column </a:t>
            </a:r>
            <a:r>
              <a:rPr lang="en-GB" sz="1800" b="1">
                <a:ea typeface="+mn-lt"/>
                <a:cs typeface="+mn-lt"/>
              </a:rPr>
              <a:t>cannot contain NULL values.</a:t>
            </a:r>
            <a:endParaRPr lang="en-GB" sz="1800">
              <a:solidFill>
                <a:srgbClr val="181835"/>
              </a:solidFill>
              <a:latin typeface="DM Sans 14pt"/>
              <a:ea typeface="+mn-lt"/>
              <a:cs typeface="+mn-lt"/>
            </a:endParaRPr>
          </a:p>
          <a:p>
            <a:pPr marL="970915" lvl="1" indent="-285750">
              <a:buFont typeface="Courier New" panose="020B0604020202020204" pitchFamily="34" charset="0"/>
              <a:buChar char="o"/>
            </a:pPr>
            <a:endParaRPr lang="en-GB" sz="1800">
              <a:solidFill>
                <a:srgbClr val="181835"/>
              </a:solidFill>
              <a:latin typeface="Geologica"/>
              <a:ea typeface="+mn-lt"/>
              <a:cs typeface="+mn-lt"/>
            </a:endParaRPr>
          </a:p>
          <a:p>
            <a:pPr marL="970915" lvl="1" indent="-285750">
              <a:buFont typeface="Courier New" panose="020B0604020202020204" pitchFamily="34" charset="0"/>
              <a:buChar char="o"/>
            </a:pPr>
            <a:endParaRPr lang="en-GB" sz="1800">
              <a:solidFill>
                <a:srgbClr val="181835"/>
              </a:solidFill>
              <a:latin typeface="Geologica"/>
              <a:ea typeface="+mn-lt"/>
              <a:cs typeface="+mn-lt"/>
            </a:endParaRPr>
          </a:p>
          <a:p>
            <a:pPr marL="970915" lvl="1" indent="-285750">
              <a:buFont typeface="Courier New" panose="020B0604020202020204" pitchFamily="34" charset="0"/>
              <a:buChar char="o"/>
            </a:pPr>
            <a:endParaRPr lang="en-GB" sz="1800">
              <a:solidFill>
                <a:srgbClr val="181835"/>
              </a:solidFill>
              <a:latin typeface="Geologica"/>
              <a:ea typeface="+mn-lt"/>
              <a:cs typeface="+mn-lt"/>
            </a:endParaRPr>
          </a:p>
          <a:p>
            <a:endParaRPr lang="en-GB" sz="1800">
              <a:solidFill>
                <a:srgbClr val="181835"/>
              </a:solidFill>
              <a:latin typeface="Geologica"/>
              <a:ea typeface="+mn-lt"/>
              <a:cs typeface="+mn-lt"/>
            </a:endParaRPr>
          </a:p>
          <a:p>
            <a:endParaRPr lang="en-GB" sz="1800">
              <a:solidFill>
                <a:srgbClr val="181835"/>
              </a:solidFill>
              <a:latin typeface="Geologica"/>
              <a:ea typeface="+mn-lt"/>
              <a:cs typeface="+mn-lt"/>
            </a:endParaRPr>
          </a:p>
          <a:p>
            <a:pPr marL="285750" indent="-285750">
              <a:buChar char="•"/>
            </a:pPr>
            <a:r>
              <a:rPr lang="en-GB" sz="1800">
                <a:solidFill>
                  <a:srgbClr val="181835"/>
                </a:solidFill>
                <a:latin typeface="Geologica"/>
                <a:ea typeface="+mn-lt"/>
                <a:cs typeface="+mn-lt"/>
              </a:rPr>
              <a:t>6. </a:t>
            </a:r>
            <a:r>
              <a:rPr lang="en-GB" sz="2000" b="1">
                <a:solidFill>
                  <a:srgbClr val="181835"/>
                </a:solidFill>
                <a:latin typeface="DM Sans 14pt"/>
                <a:ea typeface="+mn-lt"/>
                <a:cs typeface="+mn-lt"/>
              </a:rPr>
              <a:t>DEFAULT </a:t>
            </a:r>
            <a:r>
              <a:rPr lang="en-GB" sz="2000">
                <a:solidFill>
                  <a:srgbClr val="181835"/>
                </a:solidFill>
                <a:ea typeface="+mn-lt"/>
                <a:cs typeface="+mn-lt"/>
              </a:rPr>
              <a:t>- </a:t>
            </a:r>
            <a:r>
              <a:rPr lang="en-GB" sz="1800">
                <a:solidFill>
                  <a:srgbClr val="181835"/>
                </a:solidFill>
                <a:ea typeface="+mn-lt"/>
                <a:cs typeface="+mn-lt"/>
              </a:rPr>
              <a:t>Specifies a </a:t>
            </a:r>
            <a:r>
              <a:rPr lang="en-GB" sz="1800" b="1">
                <a:solidFill>
                  <a:srgbClr val="181835"/>
                </a:solidFill>
                <a:ea typeface="+mn-lt"/>
                <a:cs typeface="+mn-lt"/>
              </a:rPr>
              <a:t>default value</a:t>
            </a:r>
            <a:r>
              <a:rPr lang="en-GB" sz="1800">
                <a:solidFill>
                  <a:srgbClr val="181835"/>
                </a:solidFill>
                <a:ea typeface="+mn-lt"/>
                <a:cs typeface="+mn-lt"/>
              </a:rPr>
              <a:t> for a column if none is provided.</a:t>
            </a:r>
            <a:endParaRPr lang="en-GB">
              <a:solidFill>
                <a:srgbClr val="181835"/>
              </a:solidFill>
              <a:ea typeface="+mn-lt"/>
              <a:cs typeface="+mn-lt"/>
            </a:endParaRPr>
          </a:p>
          <a:p>
            <a:pPr marL="628015" lvl="1" indent="-227965"/>
            <a:endParaRPr lang="en-GB" sz="1800">
              <a:latin typeface="DM Sans 14p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B810A4-2F3F-DDAA-FF1B-E228B8942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2A080-DA64-4F5C-9131-47EB793B4410}" type="slidenum">
              <a:rPr lang="en-GB" noProof="0" smtClean="0"/>
              <a:pPr/>
              <a:t>17</a:t>
            </a:fld>
            <a:endParaRPr lang="en-GB" noProof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C60F68-A623-6B5B-B5DF-F9DC8235B8E1}"/>
              </a:ext>
            </a:extLst>
          </p:cNvPr>
          <p:cNvSpPr txBox="1"/>
          <p:nvPr/>
        </p:nvSpPr>
        <p:spPr>
          <a:xfrm>
            <a:off x="1339275" y="1904955"/>
            <a:ext cx="5051366" cy="120032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latin typeface="Consolas" panose="020B0609020204030204" pitchFamily="49" charset="0"/>
                <a:ea typeface="+mn-lt"/>
                <a:cs typeface="+mn-lt"/>
              </a:rPr>
              <a:t>CREATE TABLE products (</a:t>
            </a:r>
            <a:endParaRPr lang="en-US">
              <a:latin typeface="Consolas" panose="020B0609020204030204" pitchFamily="49" charset="0"/>
              <a:ea typeface="+mn-lt"/>
              <a:cs typeface="+mn-lt"/>
            </a:endParaRPr>
          </a:p>
          <a:p>
            <a:r>
              <a:rPr lang="en-GB">
                <a:latin typeface="Consolas" panose="020B0609020204030204" pitchFamily="49" charset="0"/>
                <a:ea typeface="+mn-lt"/>
                <a:cs typeface="+mn-lt"/>
              </a:rPr>
              <a:t>  name VARCHAR(100) NOT NULL,</a:t>
            </a:r>
            <a:endParaRPr lang="en-GB">
              <a:latin typeface="Consolas" panose="020B0609020204030204" pitchFamily="49" charset="0"/>
            </a:endParaRPr>
          </a:p>
          <a:p>
            <a:r>
              <a:rPr lang="en-GB">
                <a:latin typeface="Consolas" panose="020B0609020204030204" pitchFamily="49" charset="0"/>
                <a:ea typeface="+mn-lt"/>
                <a:cs typeface="+mn-lt"/>
              </a:rPr>
              <a:t>  price DECIMAL(10, 2) NOT NULL</a:t>
            </a:r>
            <a:endParaRPr lang="en-GB">
              <a:latin typeface="Consolas" panose="020B0609020204030204" pitchFamily="49" charset="0"/>
            </a:endParaRPr>
          </a:p>
          <a:p>
            <a:r>
              <a:rPr lang="en-GB">
                <a:latin typeface="Consolas" panose="020B0609020204030204" pitchFamily="49" charset="0"/>
                <a:ea typeface="+mn-lt"/>
                <a:cs typeface="+mn-lt"/>
              </a:rPr>
              <a:t>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EF06FB-E7EE-A820-F5F7-A6CC3795121E}"/>
              </a:ext>
            </a:extLst>
          </p:cNvPr>
          <p:cNvSpPr txBox="1"/>
          <p:nvPr/>
        </p:nvSpPr>
        <p:spPr>
          <a:xfrm>
            <a:off x="1339119" y="4292253"/>
            <a:ext cx="5051522" cy="92333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latin typeface="Consolas" panose="020B0609020204030204" pitchFamily="49" charset="0"/>
                <a:ea typeface="+mn-lt"/>
                <a:cs typeface="+mn-lt"/>
              </a:rPr>
              <a:t>CREATE TABLE orders (</a:t>
            </a:r>
            <a:endParaRPr lang="en-US">
              <a:latin typeface="Consolas" panose="020B0609020204030204" pitchFamily="49" charset="0"/>
              <a:ea typeface="+mn-lt"/>
              <a:cs typeface="+mn-lt"/>
            </a:endParaRPr>
          </a:p>
          <a:p>
            <a:r>
              <a:rPr lang="en-GB">
                <a:latin typeface="Consolas" panose="020B0609020204030204" pitchFamily="49" charset="0"/>
                <a:ea typeface="+mn-lt"/>
                <a:cs typeface="+mn-lt"/>
              </a:rPr>
              <a:t>  status VARCHAR(20) DEFAULT 'pending'</a:t>
            </a:r>
          </a:p>
          <a:p>
            <a:r>
              <a:rPr lang="en-GB">
                <a:latin typeface="Consolas" panose="020B0609020204030204" pitchFamily="49" charset="0"/>
                <a:ea typeface="+mn-lt"/>
                <a:cs typeface="+mn-lt"/>
              </a:rPr>
              <a:t>);</a:t>
            </a:r>
            <a:endParaRPr lang="en-GB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85879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2897A-17DC-4A0A-F7CD-59CE8A5C7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Geologica"/>
              </a:rPr>
              <a:t>Relationship types between tables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980DDB-5F1A-35B1-EE41-7B332F05C41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AutoNum type="arabicPeriod"/>
            </a:pPr>
            <a:r>
              <a:rPr lang="en-GB" sz="1800">
                <a:ea typeface="+mn-lt"/>
                <a:cs typeface="+mn-lt"/>
              </a:rPr>
              <a:t>One-to-Many (1:M)</a:t>
            </a:r>
          </a:p>
          <a:p>
            <a:pPr marL="1028065" lvl="1" indent="-342900">
              <a:lnSpc>
                <a:spcPct val="150000"/>
              </a:lnSpc>
            </a:pPr>
            <a:r>
              <a:rPr lang="en-GB" sz="1800" b="1">
                <a:solidFill>
                  <a:srgbClr val="181835"/>
                </a:solidFill>
                <a:latin typeface="DM Sans 14pt"/>
                <a:ea typeface="+mn-lt"/>
                <a:cs typeface="+mn-lt"/>
              </a:rPr>
              <a:t>One row</a:t>
            </a:r>
            <a:r>
              <a:rPr lang="en-GB" sz="1800">
                <a:solidFill>
                  <a:srgbClr val="181835"/>
                </a:solidFill>
                <a:latin typeface="DM Sans 14pt"/>
                <a:ea typeface="+mn-lt"/>
                <a:cs typeface="+mn-lt"/>
              </a:rPr>
              <a:t> in </a:t>
            </a:r>
            <a:r>
              <a:rPr lang="en-GB" sz="1800" b="1">
                <a:solidFill>
                  <a:srgbClr val="181835"/>
                </a:solidFill>
                <a:latin typeface="DM Sans 14pt"/>
                <a:ea typeface="+mn-lt"/>
                <a:cs typeface="+mn-lt"/>
              </a:rPr>
              <a:t>Table A</a:t>
            </a:r>
            <a:r>
              <a:rPr lang="en-GB" sz="1800">
                <a:solidFill>
                  <a:srgbClr val="181835"/>
                </a:solidFill>
                <a:latin typeface="DM Sans 14pt"/>
                <a:ea typeface="+mn-lt"/>
                <a:cs typeface="+mn-lt"/>
              </a:rPr>
              <a:t> can be related to </a:t>
            </a:r>
            <a:r>
              <a:rPr lang="en-GB" sz="1800" b="1">
                <a:solidFill>
                  <a:srgbClr val="181835"/>
                </a:solidFill>
                <a:latin typeface="DM Sans 14pt"/>
                <a:ea typeface="+mn-lt"/>
                <a:cs typeface="+mn-lt"/>
              </a:rPr>
              <a:t>many rows</a:t>
            </a:r>
            <a:r>
              <a:rPr lang="en-GB" sz="1800">
                <a:solidFill>
                  <a:srgbClr val="181835"/>
                </a:solidFill>
                <a:latin typeface="DM Sans 14pt"/>
                <a:ea typeface="+mn-lt"/>
                <a:cs typeface="+mn-lt"/>
              </a:rPr>
              <a:t> in </a:t>
            </a:r>
            <a:r>
              <a:rPr lang="en-GB" sz="1800" b="1">
                <a:solidFill>
                  <a:srgbClr val="181835"/>
                </a:solidFill>
                <a:latin typeface="DM Sans 14pt"/>
                <a:ea typeface="+mn-lt"/>
                <a:cs typeface="+mn-lt"/>
              </a:rPr>
              <a:t>Table B</a:t>
            </a:r>
            <a:endParaRPr lang="en-GB" sz="1800">
              <a:solidFill>
                <a:srgbClr val="181835"/>
              </a:solidFill>
              <a:latin typeface="DM Sans 14pt"/>
              <a:ea typeface="+mn-lt"/>
              <a:cs typeface="+mn-lt"/>
            </a:endParaRPr>
          </a:p>
          <a:p>
            <a:pPr marL="1028065" lvl="1" indent="-342900">
              <a:lnSpc>
                <a:spcPct val="150000"/>
              </a:lnSpc>
            </a:pPr>
            <a:r>
              <a:rPr lang="en-GB" sz="1800" b="1">
                <a:solidFill>
                  <a:srgbClr val="181835"/>
                </a:solidFill>
                <a:latin typeface="DM Sans 14pt"/>
                <a:ea typeface="+mn-lt"/>
                <a:cs typeface="+mn-lt"/>
              </a:rPr>
              <a:t>Each row</a:t>
            </a:r>
            <a:r>
              <a:rPr lang="en-GB" sz="1800">
                <a:solidFill>
                  <a:srgbClr val="181835"/>
                </a:solidFill>
                <a:latin typeface="DM Sans 14pt"/>
                <a:ea typeface="+mn-lt"/>
                <a:cs typeface="+mn-lt"/>
              </a:rPr>
              <a:t> in </a:t>
            </a:r>
            <a:r>
              <a:rPr lang="en-GB" sz="1800" b="1">
                <a:solidFill>
                  <a:srgbClr val="181835"/>
                </a:solidFill>
                <a:latin typeface="DM Sans 14pt"/>
                <a:ea typeface="+mn-lt"/>
                <a:cs typeface="+mn-lt"/>
              </a:rPr>
              <a:t>Table B</a:t>
            </a:r>
            <a:r>
              <a:rPr lang="en-GB" sz="1800">
                <a:solidFill>
                  <a:srgbClr val="181835"/>
                </a:solidFill>
                <a:latin typeface="DM Sans 14pt"/>
                <a:ea typeface="+mn-lt"/>
                <a:cs typeface="+mn-lt"/>
              </a:rPr>
              <a:t> relates to </a:t>
            </a:r>
            <a:r>
              <a:rPr lang="en-GB" sz="1800" b="1">
                <a:solidFill>
                  <a:srgbClr val="181835"/>
                </a:solidFill>
                <a:latin typeface="DM Sans 14pt"/>
                <a:ea typeface="+mn-lt"/>
                <a:cs typeface="+mn-lt"/>
              </a:rPr>
              <a:t>only one</a:t>
            </a:r>
            <a:r>
              <a:rPr lang="en-GB" sz="1800">
                <a:solidFill>
                  <a:srgbClr val="181835"/>
                </a:solidFill>
                <a:latin typeface="DM Sans 14pt"/>
                <a:ea typeface="+mn-lt"/>
                <a:cs typeface="+mn-lt"/>
              </a:rPr>
              <a:t> row in </a:t>
            </a:r>
            <a:r>
              <a:rPr lang="en-GB" sz="1800" b="1">
                <a:solidFill>
                  <a:srgbClr val="181835"/>
                </a:solidFill>
                <a:latin typeface="DM Sans 14pt"/>
                <a:ea typeface="+mn-lt"/>
                <a:cs typeface="+mn-lt"/>
              </a:rPr>
              <a:t>Table A</a:t>
            </a:r>
            <a:r>
              <a:rPr lang="en-GB" sz="1800">
                <a:solidFill>
                  <a:srgbClr val="181835"/>
                </a:solidFill>
                <a:latin typeface="DM Sans 14pt"/>
                <a:ea typeface="+mn-lt"/>
                <a:cs typeface="+mn-lt"/>
              </a:rPr>
              <a:t>.</a:t>
            </a:r>
            <a:endParaRPr lang="en-GB" sz="1800">
              <a:solidFill>
                <a:srgbClr val="181835"/>
              </a:solidFill>
              <a:latin typeface="DM Sans 14pt"/>
            </a:endParaRPr>
          </a:p>
          <a:p>
            <a:pPr>
              <a:lnSpc>
                <a:spcPct val="150000"/>
              </a:lnSpc>
            </a:pPr>
            <a:r>
              <a:rPr lang="en-GB" sz="1800"/>
              <a:t>     Example: Customers and Orders</a:t>
            </a:r>
          </a:p>
          <a:p>
            <a:pPr marL="971500" lvl="1" indent="-285750">
              <a:buFont typeface="Arial"/>
              <a:buChar char="•"/>
            </a:pPr>
            <a:r>
              <a:rPr lang="en-GB" sz="1800">
                <a:ea typeface="+mn-lt"/>
                <a:cs typeface="+mn-lt"/>
              </a:rPr>
              <a:t>One customer can place many orders.</a:t>
            </a:r>
          </a:p>
          <a:p>
            <a:pPr marL="971500" lvl="1" indent="-285750">
              <a:buFont typeface="Arial"/>
              <a:buChar char="•"/>
            </a:pPr>
            <a:endParaRPr lang="en-GB" sz="2200"/>
          </a:p>
          <a:p>
            <a:pPr marL="971500" lvl="1" indent="-285750">
              <a:buFont typeface="Arial"/>
              <a:buChar char="•"/>
            </a:pPr>
            <a:endParaRPr lang="en-GB" sz="2200">
              <a:ea typeface="+mn-lt"/>
              <a:cs typeface="+mn-lt"/>
            </a:endParaRPr>
          </a:p>
          <a:p>
            <a:pPr marL="971500" lvl="1" indent="-285750">
              <a:buFont typeface="Arial"/>
              <a:buChar char="•"/>
            </a:pPr>
            <a:endParaRPr lang="en-GB" sz="2200">
              <a:ea typeface="+mn-lt"/>
              <a:cs typeface="+mn-lt"/>
            </a:endParaRPr>
          </a:p>
          <a:p>
            <a:pPr marL="971500" lvl="1" indent="-285750">
              <a:buFont typeface="Arial"/>
              <a:buChar char="•"/>
            </a:pPr>
            <a:r>
              <a:rPr lang="en-GB" sz="1800">
                <a:ea typeface="+mn-lt"/>
                <a:cs typeface="+mn-lt"/>
              </a:rPr>
              <a:t>Each order belongs to one customer.</a:t>
            </a:r>
            <a:endParaRPr lang="en-GB" sz="1800"/>
          </a:p>
          <a:p>
            <a:pPr marL="285750" indent="-285750">
              <a:buFont typeface="Arial"/>
              <a:buChar char="•"/>
            </a:pPr>
            <a:endParaRPr lang="en-GB" sz="1800">
              <a:solidFill>
                <a:srgbClr val="181835"/>
              </a:solidFill>
              <a:latin typeface="DM Sans 14pt"/>
            </a:endParaRPr>
          </a:p>
          <a:p>
            <a:pPr marL="342900" indent="-342900"/>
            <a:endParaRPr lang="en-GB" sz="1400">
              <a:solidFill>
                <a:srgbClr val="090909"/>
              </a:solidFill>
              <a:latin typeface="Geologica"/>
            </a:endParaRPr>
          </a:p>
          <a:p>
            <a:pPr marL="342900" indent="-342900">
              <a:buAutoNum type="arabicPeriod"/>
            </a:pPr>
            <a:endParaRPr lang="en-GB" sz="1800" b="1">
              <a:solidFill>
                <a:srgbClr val="181835"/>
              </a:solidFill>
              <a:latin typeface="DM Sans 14p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3328B2-A606-F80E-6264-80649494B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2A080-DA64-4F5C-9131-47EB793B4410}" type="slidenum">
              <a:rPr lang="en-GB" noProof="0" smtClean="0"/>
              <a:pPr/>
              <a:t>18</a:t>
            </a:fld>
            <a:endParaRPr lang="en-GB" noProof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0A727E5-23F6-3E12-5CD5-96146555CC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4812881"/>
              </p:ext>
            </p:extLst>
          </p:nvPr>
        </p:nvGraphicFramePr>
        <p:xfrm>
          <a:off x="1939144" y="3701461"/>
          <a:ext cx="6505432" cy="731520"/>
        </p:xfrm>
        <a:graphic>
          <a:graphicData uri="http://schemas.openxmlformats.org/drawingml/2006/table">
            <a:tbl>
              <a:tblPr bandRow="1">
                <a:tableStyleId>{69012ECD-51FC-41F1-AA8D-1B2483CD663E}</a:tableStyleId>
              </a:tblPr>
              <a:tblGrid>
                <a:gridCol w="3252716">
                  <a:extLst>
                    <a:ext uri="{9D8B030D-6E8A-4147-A177-3AD203B41FA5}">
                      <a16:colId xmlns:a16="http://schemas.microsoft.com/office/drawing/2014/main" val="3365153435"/>
                    </a:ext>
                  </a:extLst>
                </a:gridCol>
                <a:gridCol w="3252716">
                  <a:extLst>
                    <a:ext uri="{9D8B030D-6E8A-4147-A177-3AD203B41FA5}">
                      <a16:colId xmlns:a16="http://schemas.microsoft.com/office/drawing/2014/main" val="24469927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err="1"/>
                        <a:t>customer_id</a:t>
                      </a:r>
                      <a:r>
                        <a:rPr lang="en-GB"/>
                        <a:t> (PK)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56497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Alice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682778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CD85F9E-510D-828D-6E3E-48A183A87C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6531463"/>
              </p:ext>
            </p:extLst>
          </p:nvPr>
        </p:nvGraphicFramePr>
        <p:xfrm>
          <a:off x="1939144" y="5140209"/>
          <a:ext cx="8313711" cy="1097280"/>
        </p:xfrm>
        <a:graphic>
          <a:graphicData uri="http://schemas.openxmlformats.org/drawingml/2006/table">
            <a:tbl>
              <a:tblPr bandRow="1">
                <a:tableStyleId>{69012ECD-51FC-41F1-AA8D-1B2483CD663E}</a:tableStyleId>
              </a:tblPr>
              <a:tblGrid>
                <a:gridCol w="2771237">
                  <a:extLst>
                    <a:ext uri="{9D8B030D-6E8A-4147-A177-3AD203B41FA5}">
                      <a16:colId xmlns:a16="http://schemas.microsoft.com/office/drawing/2014/main" val="3513927925"/>
                    </a:ext>
                  </a:extLst>
                </a:gridCol>
                <a:gridCol w="2771237">
                  <a:extLst>
                    <a:ext uri="{9D8B030D-6E8A-4147-A177-3AD203B41FA5}">
                      <a16:colId xmlns:a16="http://schemas.microsoft.com/office/drawing/2014/main" val="1838115577"/>
                    </a:ext>
                  </a:extLst>
                </a:gridCol>
                <a:gridCol w="2771237">
                  <a:extLst>
                    <a:ext uri="{9D8B030D-6E8A-4147-A177-3AD203B41FA5}">
                      <a16:colId xmlns:a16="http://schemas.microsoft.com/office/drawing/2014/main" val="1072080430"/>
                    </a:ext>
                  </a:extLst>
                </a:gridCol>
              </a:tblGrid>
              <a:tr h="3639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err="1"/>
                        <a:t>order_id</a:t>
                      </a:r>
                      <a:r>
                        <a:rPr lang="en-GB"/>
                        <a:t> (PK)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customer_id (FK)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item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75335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101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Laptop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48358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102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Mouse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40274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60198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7B159-83BF-7C00-A15F-4345F5145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41EE1-C2CD-1958-9AE5-AC12FD1A0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Geologica"/>
              </a:rPr>
              <a:t>Relationship types between tables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06CE74-1953-BAED-1F77-0B3B182F4D3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1900">
                <a:solidFill>
                  <a:srgbClr val="181835"/>
                </a:solidFill>
                <a:ea typeface="+mn-lt"/>
                <a:cs typeface="+mn-lt"/>
              </a:rPr>
              <a:t>2.  Many-to-Many (M:N)</a:t>
            </a:r>
            <a:endParaRPr lang="en-US" sz="1900">
              <a:ea typeface="+mn-lt"/>
              <a:cs typeface="+mn-lt"/>
            </a:endParaRPr>
          </a:p>
          <a:p>
            <a:pPr marL="970915" lvl="1" indent="-342900">
              <a:lnSpc>
                <a:spcPct val="150000"/>
              </a:lnSpc>
            </a:pPr>
            <a:r>
              <a:rPr lang="en-GB" sz="1900">
                <a:latin typeface="Geologica"/>
                <a:ea typeface="+mn-lt"/>
                <a:cs typeface="+mn-lt"/>
              </a:rPr>
              <a:t>Many rows in </a:t>
            </a:r>
            <a:r>
              <a:rPr lang="en-GB" sz="1900" b="1">
                <a:latin typeface="Geologica"/>
                <a:ea typeface="+mn-lt"/>
                <a:cs typeface="+mn-lt"/>
              </a:rPr>
              <a:t>Table A</a:t>
            </a:r>
            <a:r>
              <a:rPr lang="en-GB" sz="1900">
                <a:latin typeface="Geologica"/>
                <a:ea typeface="+mn-lt"/>
                <a:cs typeface="+mn-lt"/>
              </a:rPr>
              <a:t> can relate to many rows in </a:t>
            </a:r>
            <a:r>
              <a:rPr lang="en-GB" sz="1900" b="1">
                <a:latin typeface="Geologica"/>
                <a:ea typeface="+mn-lt"/>
                <a:cs typeface="+mn-lt"/>
              </a:rPr>
              <a:t>Table B</a:t>
            </a:r>
            <a:r>
              <a:rPr lang="en-GB" sz="1900">
                <a:latin typeface="Geologica"/>
                <a:ea typeface="+mn-lt"/>
                <a:cs typeface="+mn-lt"/>
              </a:rPr>
              <a:t>, and vice versa.</a:t>
            </a:r>
            <a:endParaRPr lang="en-GB" sz="1900">
              <a:ea typeface="+mn-lt"/>
              <a:cs typeface="+mn-lt"/>
            </a:endParaRPr>
          </a:p>
          <a:p>
            <a:pPr marL="970915" lvl="1" indent="-342900">
              <a:lnSpc>
                <a:spcPct val="150000"/>
              </a:lnSpc>
            </a:pPr>
            <a:r>
              <a:rPr lang="en-GB" sz="1900">
                <a:latin typeface="Geologica"/>
                <a:ea typeface="+mn-lt"/>
                <a:cs typeface="+mn-lt"/>
              </a:rPr>
              <a:t>You need a </a:t>
            </a:r>
            <a:r>
              <a:rPr lang="en-GB" sz="1900" b="1">
                <a:latin typeface="Geologica"/>
                <a:ea typeface="+mn-lt"/>
                <a:cs typeface="+mn-lt"/>
              </a:rPr>
              <a:t>third table (a join table)</a:t>
            </a:r>
            <a:r>
              <a:rPr lang="en-GB" sz="1900">
                <a:latin typeface="Geologica"/>
                <a:ea typeface="+mn-lt"/>
                <a:cs typeface="+mn-lt"/>
              </a:rPr>
              <a:t> to handle this relationship.</a:t>
            </a:r>
            <a:endParaRPr lang="en-GB" sz="1900">
              <a:latin typeface="Geologica"/>
            </a:endParaRPr>
          </a:p>
          <a:p>
            <a:pPr>
              <a:lnSpc>
                <a:spcPct val="150000"/>
              </a:lnSpc>
            </a:pPr>
            <a:r>
              <a:rPr lang="en-GB" sz="1900"/>
              <a:t>    Example: Students and Courses</a:t>
            </a:r>
          </a:p>
          <a:p>
            <a:pPr marL="1028650" lvl="1" indent="-342900">
              <a:lnSpc>
                <a:spcPct val="150000"/>
              </a:lnSpc>
            </a:pPr>
            <a:r>
              <a:rPr lang="en-GB" sz="1800">
                <a:ea typeface="+mn-lt"/>
                <a:cs typeface="+mn-lt"/>
              </a:rPr>
              <a:t>A student can take </a:t>
            </a:r>
            <a:r>
              <a:rPr lang="en-GB" sz="1800" b="1">
                <a:ea typeface="+mn-lt"/>
                <a:cs typeface="+mn-lt"/>
              </a:rPr>
              <a:t>many courses</a:t>
            </a:r>
            <a:r>
              <a:rPr lang="en-GB" sz="1800">
                <a:ea typeface="+mn-lt"/>
                <a:cs typeface="+mn-lt"/>
              </a:rPr>
              <a:t>.</a:t>
            </a:r>
          </a:p>
          <a:p>
            <a:pPr marL="1028650" lvl="1" indent="-342900">
              <a:lnSpc>
                <a:spcPct val="150000"/>
              </a:lnSpc>
            </a:pPr>
            <a:r>
              <a:rPr lang="en-GB" sz="1800">
                <a:ea typeface="+mn-lt"/>
                <a:cs typeface="+mn-lt"/>
              </a:rPr>
              <a:t>A course can have </a:t>
            </a:r>
            <a:r>
              <a:rPr lang="en-GB" sz="1800" b="1">
                <a:ea typeface="+mn-lt"/>
                <a:cs typeface="+mn-lt"/>
              </a:rPr>
              <a:t>many students</a:t>
            </a:r>
            <a:r>
              <a:rPr lang="en-GB" sz="1800">
                <a:ea typeface="+mn-lt"/>
                <a:cs typeface="+mn-lt"/>
              </a:rPr>
              <a:t>.</a:t>
            </a:r>
            <a:endParaRPr lang="en-GB" sz="1800"/>
          </a:p>
          <a:p>
            <a:pPr marL="285750" indent="-285750">
              <a:buFont typeface="Arial"/>
              <a:buChar char="•"/>
            </a:pPr>
            <a:endParaRPr lang="en-GB" sz="1900"/>
          </a:p>
          <a:p>
            <a:endParaRPr lang="en-GB" sz="1900" b="1">
              <a:solidFill>
                <a:srgbClr val="181835"/>
              </a:solidFill>
              <a:latin typeface="DM Sans 14pt"/>
            </a:endParaRPr>
          </a:p>
          <a:p>
            <a:endParaRPr lang="en-GB" sz="1900" b="1">
              <a:solidFill>
                <a:srgbClr val="181835"/>
              </a:solidFill>
              <a:latin typeface="DM Sans 14p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D2195D-3080-3100-73FD-DCF1C2DE4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2A080-DA64-4F5C-9131-47EB793B4410}" type="slidenum">
              <a:rPr lang="en-GB" noProof="0" smtClean="0"/>
              <a:pPr/>
              <a:t>19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5664073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F47BD-2DC6-4BBC-1566-E20543639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Relationship types between tables</a:t>
            </a:r>
            <a:endParaRPr lang="en-GB" b="0">
              <a:solidFill>
                <a:srgbClr val="0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4D0728-A3A7-0CDD-DC00-9D456C9D5B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4447BC-8753-D744-7EB3-920A22326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2A080-DA64-4F5C-9131-47EB793B4410}" type="slidenum">
              <a:rPr lang="en-GB" noProof="0" smtClean="0"/>
              <a:pPr/>
              <a:t>20</a:t>
            </a:fld>
            <a:endParaRPr lang="en-GB" noProof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065EDAA-2005-F2B8-98EF-5A1AFF6674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052247"/>
              </p:ext>
            </p:extLst>
          </p:nvPr>
        </p:nvGraphicFramePr>
        <p:xfrm>
          <a:off x="840827" y="1350579"/>
          <a:ext cx="6755578" cy="731520"/>
        </p:xfrm>
        <a:graphic>
          <a:graphicData uri="http://schemas.openxmlformats.org/drawingml/2006/table">
            <a:tbl>
              <a:tblPr bandRow="1">
                <a:tableStyleId>{69012ECD-51FC-41F1-AA8D-1B2483CD663E}</a:tableStyleId>
              </a:tblPr>
              <a:tblGrid>
                <a:gridCol w="3377789">
                  <a:extLst>
                    <a:ext uri="{9D8B030D-6E8A-4147-A177-3AD203B41FA5}">
                      <a16:colId xmlns:a16="http://schemas.microsoft.com/office/drawing/2014/main" val="34313871"/>
                    </a:ext>
                  </a:extLst>
                </a:gridCol>
                <a:gridCol w="3377789">
                  <a:extLst>
                    <a:ext uri="{9D8B030D-6E8A-4147-A177-3AD203B41FA5}">
                      <a16:colId xmlns:a16="http://schemas.microsoft.com/office/drawing/2014/main" val="3854722106"/>
                    </a:ext>
                  </a:extLst>
                </a:gridCol>
              </a:tblGrid>
              <a:tr h="2560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student_id (PK)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3681571"/>
                  </a:ext>
                </a:extLst>
              </a:tr>
              <a:tr h="2560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Emma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086028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1207BAD-9D61-FD75-AEA4-2213899335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2273247"/>
              </p:ext>
            </p:extLst>
          </p:nvPr>
        </p:nvGraphicFramePr>
        <p:xfrm>
          <a:off x="4213638" y="2400010"/>
          <a:ext cx="6994436" cy="752446"/>
        </p:xfrm>
        <a:graphic>
          <a:graphicData uri="http://schemas.openxmlformats.org/drawingml/2006/table">
            <a:tbl>
              <a:tblPr bandRow="1">
                <a:tableStyleId>{69012ECD-51FC-41F1-AA8D-1B2483CD663E}</a:tableStyleId>
              </a:tblPr>
              <a:tblGrid>
                <a:gridCol w="3497218">
                  <a:extLst>
                    <a:ext uri="{9D8B030D-6E8A-4147-A177-3AD203B41FA5}">
                      <a16:colId xmlns:a16="http://schemas.microsoft.com/office/drawing/2014/main" val="30173092"/>
                    </a:ext>
                  </a:extLst>
                </a:gridCol>
                <a:gridCol w="3497218">
                  <a:extLst>
                    <a:ext uri="{9D8B030D-6E8A-4147-A177-3AD203B41FA5}">
                      <a16:colId xmlns:a16="http://schemas.microsoft.com/office/drawing/2014/main" val="4214086899"/>
                    </a:ext>
                  </a:extLst>
                </a:gridCol>
              </a:tblGrid>
              <a:tr h="3866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course_id (PK)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989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title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41766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Math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8550165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1B097E2-B24B-AF4D-4AE6-7B509F9508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2688580"/>
              </p:ext>
            </p:extLst>
          </p:nvPr>
        </p:nvGraphicFramePr>
        <p:xfrm>
          <a:off x="2857032" y="3694127"/>
          <a:ext cx="6471312" cy="731520"/>
        </p:xfrm>
        <a:graphic>
          <a:graphicData uri="http://schemas.openxmlformats.org/drawingml/2006/table">
            <a:tbl>
              <a:tblPr bandRow="1">
                <a:tableStyleId>{69012ECD-51FC-41F1-AA8D-1B2483CD663E}</a:tableStyleId>
              </a:tblPr>
              <a:tblGrid>
                <a:gridCol w="3235656">
                  <a:extLst>
                    <a:ext uri="{9D8B030D-6E8A-4147-A177-3AD203B41FA5}">
                      <a16:colId xmlns:a16="http://schemas.microsoft.com/office/drawing/2014/main" val="3369536487"/>
                    </a:ext>
                  </a:extLst>
                </a:gridCol>
                <a:gridCol w="3235656">
                  <a:extLst>
                    <a:ext uri="{9D8B030D-6E8A-4147-A177-3AD203B41FA5}">
                      <a16:colId xmlns:a16="http://schemas.microsoft.com/office/drawing/2014/main" val="20267059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student_id (FK)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course_id (FK)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98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70195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30495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12620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938B4-50DD-5D4A-40E2-A89857E61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181835"/>
                </a:solidFill>
                <a:latin typeface="Geologica"/>
              </a:rPr>
              <a:t>Joining Tables</a:t>
            </a:r>
            <a:endParaRPr lang="en-GB">
              <a:solidFill>
                <a:srgbClr val="181835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76DB1B-959F-38DF-F499-912066C508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1" y="1327994"/>
            <a:ext cx="10515599" cy="481880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GB" sz="1800">
                <a:ea typeface="+mn-lt"/>
                <a:cs typeface="+mn-lt"/>
              </a:rPr>
              <a:t>A </a:t>
            </a:r>
            <a:r>
              <a:rPr lang="en-GB" sz="1800" b="1">
                <a:ea typeface="+mn-lt"/>
                <a:cs typeface="+mn-lt"/>
              </a:rPr>
              <a:t>JOIN</a:t>
            </a:r>
            <a:r>
              <a:rPr lang="en-GB" sz="1800">
                <a:ea typeface="+mn-lt"/>
                <a:cs typeface="+mn-lt"/>
              </a:rPr>
              <a:t> is used to </a:t>
            </a:r>
            <a:r>
              <a:rPr lang="en-GB" sz="1800" b="1">
                <a:ea typeface="+mn-lt"/>
                <a:cs typeface="+mn-lt"/>
              </a:rPr>
              <a:t>combine rows from two or more tables</a:t>
            </a:r>
            <a:r>
              <a:rPr lang="en-GB" sz="1800">
                <a:ea typeface="+mn-lt"/>
                <a:cs typeface="+mn-lt"/>
              </a:rPr>
              <a:t> based on a </a:t>
            </a:r>
            <a:r>
              <a:rPr lang="en-GB" sz="1800" b="1">
                <a:ea typeface="+mn-lt"/>
                <a:cs typeface="+mn-lt"/>
              </a:rPr>
              <a:t>related column</a:t>
            </a:r>
            <a:r>
              <a:rPr lang="en-GB" sz="1800">
                <a:ea typeface="+mn-lt"/>
                <a:cs typeface="+mn-lt"/>
              </a:rPr>
              <a:t> (usually a foreign key).</a:t>
            </a:r>
            <a:endParaRPr lang="en-US" sz="1800"/>
          </a:p>
          <a:p>
            <a:pPr>
              <a:lnSpc>
                <a:spcPct val="100000"/>
              </a:lnSpc>
            </a:pPr>
            <a:r>
              <a:rPr lang="en-GB" sz="1800">
                <a:ea typeface="+mn-lt"/>
                <a:cs typeface="+mn-lt"/>
              </a:rPr>
              <a:t>For example: If you have a </a:t>
            </a:r>
            <a:r>
              <a:rPr lang="en-GB" sz="1800"/>
              <a:t>USERS</a:t>
            </a:r>
            <a:r>
              <a:rPr lang="en-GB" sz="1800">
                <a:ea typeface="+mn-lt"/>
                <a:cs typeface="+mn-lt"/>
              </a:rPr>
              <a:t> table and an </a:t>
            </a:r>
            <a:r>
              <a:rPr lang="en-GB" sz="1800"/>
              <a:t>ORDERS </a:t>
            </a:r>
            <a:r>
              <a:rPr lang="en-GB" sz="1800">
                <a:ea typeface="+mn-lt"/>
                <a:cs typeface="+mn-lt"/>
              </a:rPr>
              <a:t> table, you can </a:t>
            </a:r>
            <a:r>
              <a:rPr lang="en-GB" sz="1800" b="1">
                <a:ea typeface="+mn-lt"/>
                <a:cs typeface="+mn-lt"/>
              </a:rPr>
              <a:t>join</a:t>
            </a:r>
            <a:r>
              <a:rPr lang="en-GB" sz="1800">
                <a:ea typeface="+mn-lt"/>
                <a:cs typeface="+mn-lt"/>
              </a:rPr>
              <a:t> them to see which user placed which order.</a:t>
            </a:r>
          </a:p>
          <a:p>
            <a:pPr>
              <a:lnSpc>
                <a:spcPct val="150000"/>
              </a:lnSpc>
            </a:pPr>
            <a:r>
              <a:rPr lang="en-GB" sz="1800">
                <a:ea typeface="+mn-lt"/>
                <a:cs typeface="+mn-lt"/>
              </a:rPr>
              <a:t>Types of JOINs :</a:t>
            </a:r>
          </a:p>
          <a:p>
            <a:pPr marL="914366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GB" sz="1800" b="1">
                <a:ea typeface="+mn-lt"/>
                <a:cs typeface="+mn-lt"/>
              </a:rPr>
              <a:t>INNER JOIN</a:t>
            </a:r>
            <a:r>
              <a:rPr lang="en-GB" sz="1800">
                <a:ea typeface="+mn-lt"/>
                <a:cs typeface="+mn-lt"/>
              </a:rPr>
              <a:t> – Match in Both Tables</a:t>
            </a:r>
          </a:p>
          <a:p>
            <a:pPr marL="914366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GB" sz="1800" b="1">
                <a:ea typeface="+mn-lt"/>
                <a:cs typeface="+mn-lt"/>
              </a:rPr>
              <a:t>LEFT JOIN</a:t>
            </a:r>
            <a:r>
              <a:rPr lang="en-GB" sz="1800">
                <a:ea typeface="+mn-lt"/>
                <a:cs typeface="+mn-lt"/>
              </a:rPr>
              <a:t> (or LEFT OUTER JOIN) – All from Left Table</a:t>
            </a:r>
          </a:p>
          <a:p>
            <a:pPr marL="914366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GB" sz="1800" b="1">
                <a:ea typeface="+mn-lt"/>
                <a:cs typeface="+mn-lt"/>
              </a:rPr>
              <a:t>RIGHT JOIN</a:t>
            </a:r>
            <a:r>
              <a:rPr lang="en-GB" sz="1800">
                <a:ea typeface="+mn-lt"/>
                <a:cs typeface="+mn-lt"/>
              </a:rPr>
              <a:t> (or RIGHT OUTER JOIN) – All from Right Table</a:t>
            </a:r>
          </a:p>
          <a:p>
            <a:pPr marL="914366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GB" sz="1800" b="1">
                <a:ea typeface="+mn-lt"/>
                <a:cs typeface="+mn-lt"/>
              </a:rPr>
              <a:t>FULL JOIN</a:t>
            </a:r>
            <a:r>
              <a:rPr lang="en-GB" sz="1800">
                <a:ea typeface="+mn-lt"/>
                <a:cs typeface="+mn-lt"/>
              </a:rPr>
              <a:t> (or FULL OUTER JOIN) – All from Both</a:t>
            </a:r>
            <a:endParaRPr lang="en-GB" sz="18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45EF7D-3EDE-7FB8-4FE6-C7A9B5AEB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2A080-DA64-4F5C-9131-47EB793B4410}" type="slidenum">
              <a:rPr lang="en-GB" noProof="0" smtClean="0"/>
              <a:pPr/>
              <a:t>21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6126422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E45CA-14E8-BB76-53D9-C304AEBE2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Geologica"/>
              </a:rPr>
              <a:t>Joining Tables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8432C9-52A9-0F74-A0A4-A5CEB244F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2A080-DA64-4F5C-9131-47EB793B4410}" type="slidenum">
              <a:rPr lang="en-GB" noProof="0" smtClean="0"/>
              <a:pPr/>
              <a:t>22</a:t>
            </a:fld>
            <a:endParaRPr lang="en-GB" noProof="0"/>
          </a:p>
        </p:txBody>
      </p:sp>
      <p:pic>
        <p:nvPicPr>
          <p:cNvPr id="5" name="Picture 4" descr="A group of circles with text&#10;&#10;AI-generated content may be incorrect.">
            <a:extLst>
              <a:ext uri="{FF2B5EF4-FFF2-40B4-BE49-F238E27FC236}">
                <a16:creationId xmlns:a16="http://schemas.microsoft.com/office/drawing/2014/main" id="{3CD1ECB5-FD62-CCB9-EC1E-150229A3C6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5950" y="1245985"/>
            <a:ext cx="7661753" cy="5105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6394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ABEA5-4224-DF80-8D3F-11C519020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Inner Join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459B75-D03E-DF79-06DB-C59858FADC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>
                <a:ea typeface="+mn-lt"/>
                <a:cs typeface="+mn-lt"/>
              </a:rPr>
              <a:t>Returns only rows where there is a match in </a:t>
            </a:r>
            <a:r>
              <a:rPr lang="en-GB" sz="1800" b="1">
                <a:ea typeface="+mn-lt"/>
                <a:cs typeface="+mn-lt"/>
              </a:rPr>
              <a:t>both</a:t>
            </a:r>
            <a:r>
              <a:rPr lang="en-GB" sz="1800">
                <a:ea typeface="+mn-lt"/>
                <a:cs typeface="+mn-lt"/>
              </a:rPr>
              <a:t> tables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>
                <a:solidFill>
                  <a:schemeClr val="tx1"/>
                </a:solidFill>
              </a:rPr>
              <a:t>Example: This returns the name of the students that are assigned</a:t>
            </a:r>
          </a:p>
          <a:p>
            <a:r>
              <a:rPr lang="en-GB" sz="1800">
                <a:solidFill>
                  <a:schemeClr val="tx1"/>
                </a:solidFill>
              </a:rPr>
              <a:t>to a department</a:t>
            </a:r>
          </a:p>
          <a:p>
            <a:endParaRPr lang="en-GB" sz="18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2C6BAB-74D8-2411-E629-F301AF459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2A080-DA64-4F5C-9131-47EB793B4410}" type="slidenum">
              <a:rPr lang="en-GB" noProof="0" smtClean="0"/>
              <a:pPr/>
              <a:t>23</a:t>
            </a:fld>
            <a:endParaRPr lang="en-GB" noProof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C6F8A7-1B1F-CF5B-EBE2-F32B3AAA415A}"/>
              </a:ext>
            </a:extLst>
          </p:cNvPr>
          <p:cNvSpPr txBox="1"/>
          <p:nvPr/>
        </p:nvSpPr>
        <p:spPr>
          <a:xfrm>
            <a:off x="977449" y="3093921"/>
            <a:ext cx="6018871" cy="286232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latin typeface="Consolas" panose="020B0609020204030204" pitchFamily="49" charset="0"/>
                <a:ea typeface="+mn-lt"/>
                <a:cs typeface="+mn-lt"/>
              </a:rPr>
              <a:t>SELECT </a:t>
            </a:r>
            <a:endParaRPr lang="en-US">
              <a:latin typeface="Consolas" panose="020B0609020204030204" pitchFamily="49" charset="0"/>
            </a:endParaRPr>
          </a:p>
          <a:p>
            <a:r>
              <a:rPr lang="en-GB">
                <a:latin typeface="Consolas" panose="020B0609020204030204" pitchFamily="49" charset="0"/>
                <a:ea typeface="+mn-lt"/>
                <a:cs typeface="+mn-lt"/>
              </a:rPr>
              <a:t>    </a:t>
            </a:r>
            <a:r>
              <a:rPr lang="en-GB" err="1">
                <a:latin typeface="Consolas" panose="020B0609020204030204" pitchFamily="49" charset="0"/>
                <a:ea typeface="+mn-lt"/>
                <a:cs typeface="+mn-lt"/>
              </a:rPr>
              <a:t>Students.student_id</a:t>
            </a:r>
            <a:r>
              <a:rPr lang="en-GB">
                <a:latin typeface="Consolas" panose="020B0609020204030204" pitchFamily="49" charset="0"/>
                <a:ea typeface="+mn-lt"/>
                <a:cs typeface="+mn-lt"/>
              </a:rPr>
              <a:t> , students.name, </a:t>
            </a:r>
            <a:r>
              <a:rPr lang="en-GB" err="1">
                <a:latin typeface="Consolas" panose="020B0609020204030204" pitchFamily="49" charset="0"/>
                <a:ea typeface="+mn-lt"/>
                <a:cs typeface="+mn-lt"/>
              </a:rPr>
              <a:t>departments.department</a:t>
            </a:r>
            <a:endParaRPr lang="en-GB">
              <a:latin typeface="Consolas" panose="020B0609020204030204" pitchFamily="49" charset="0"/>
            </a:endParaRPr>
          </a:p>
          <a:p>
            <a:r>
              <a:rPr lang="en-GB">
                <a:latin typeface="Consolas" panose="020B0609020204030204" pitchFamily="49" charset="0"/>
                <a:ea typeface="+mn-lt"/>
                <a:cs typeface="+mn-lt"/>
              </a:rPr>
              <a:t>FROM </a:t>
            </a:r>
            <a:endParaRPr lang="en-GB">
              <a:latin typeface="Consolas" panose="020B0609020204030204" pitchFamily="49" charset="0"/>
            </a:endParaRPr>
          </a:p>
          <a:p>
            <a:r>
              <a:rPr lang="en-GB">
                <a:latin typeface="Consolas" panose="020B0609020204030204" pitchFamily="49" charset="0"/>
                <a:ea typeface="+mn-lt"/>
                <a:cs typeface="+mn-lt"/>
              </a:rPr>
              <a:t>    students</a:t>
            </a:r>
            <a:endParaRPr lang="en-GB">
              <a:latin typeface="Consolas" panose="020B0609020204030204" pitchFamily="49" charset="0"/>
            </a:endParaRPr>
          </a:p>
          <a:p>
            <a:r>
              <a:rPr lang="en-GB">
                <a:latin typeface="Consolas" panose="020B0609020204030204" pitchFamily="49" charset="0"/>
                <a:ea typeface="+mn-lt"/>
                <a:cs typeface="+mn-lt"/>
              </a:rPr>
              <a:t>INNER JOIN </a:t>
            </a:r>
            <a:endParaRPr lang="en-GB">
              <a:latin typeface="Consolas" panose="020B0609020204030204" pitchFamily="49" charset="0"/>
            </a:endParaRPr>
          </a:p>
          <a:p>
            <a:r>
              <a:rPr lang="en-GB">
                <a:latin typeface="Consolas" panose="020B0609020204030204" pitchFamily="49" charset="0"/>
                <a:ea typeface="+mn-lt"/>
                <a:cs typeface="+mn-lt"/>
              </a:rPr>
              <a:t>    departments</a:t>
            </a:r>
            <a:endParaRPr lang="en-GB">
              <a:latin typeface="Consolas" panose="020B0609020204030204" pitchFamily="49" charset="0"/>
            </a:endParaRPr>
          </a:p>
          <a:p>
            <a:r>
              <a:rPr lang="en-GB">
                <a:latin typeface="Consolas" panose="020B0609020204030204" pitchFamily="49" charset="0"/>
                <a:ea typeface="+mn-lt"/>
                <a:cs typeface="+mn-lt"/>
              </a:rPr>
              <a:t>ON </a:t>
            </a:r>
            <a:endParaRPr lang="en-GB">
              <a:latin typeface="Consolas" panose="020B0609020204030204" pitchFamily="49" charset="0"/>
            </a:endParaRPr>
          </a:p>
          <a:p>
            <a:r>
              <a:rPr lang="en-GB">
                <a:latin typeface="Consolas" panose="020B0609020204030204" pitchFamily="49" charset="0"/>
                <a:ea typeface="+mn-lt"/>
                <a:cs typeface="+mn-lt"/>
              </a:rPr>
              <a:t>    </a:t>
            </a:r>
            <a:r>
              <a:rPr lang="en-GB" err="1">
                <a:latin typeface="Consolas" panose="020B0609020204030204" pitchFamily="49" charset="0"/>
                <a:ea typeface="+mn-lt"/>
                <a:cs typeface="+mn-lt"/>
              </a:rPr>
              <a:t>students.student_id</a:t>
            </a:r>
            <a:r>
              <a:rPr lang="en-GB">
                <a:latin typeface="Consolas" panose="020B0609020204030204" pitchFamily="49" charset="0"/>
                <a:ea typeface="+mn-lt"/>
                <a:cs typeface="+mn-lt"/>
              </a:rPr>
              <a:t> = </a:t>
            </a:r>
            <a:r>
              <a:rPr lang="en-GB" err="1">
                <a:latin typeface="Consolas" panose="020B0609020204030204" pitchFamily="49" charset="0"/>
                <a:ea typeface="+mn-lt"/>
                <a:cs typeface="+mn-lt"/>
              </a:rPr>
              <a:t>departments.student_id</a:t>
            </a:r>
            <a:r>
              <a:rPr lang="en-GB">
                <a:latin typeface="Consolas" panose="020B0609020204030204" pitchFamily="49" charset="0"/>
                <a:ea typeface="+mn-lt"/>
                <a:cs typeface="+mn-lt"/>
              </a:rPr>
              <a:t>;</a:t>
            </a:r>
            <a:endParaRPr lang="en-GB">
              <a:latin typeface="Consolas" panose="020B0609020204030204" pitchFamily="49" charset="0"/>
            </a:endParaRPr>
          </a:p>
        </p:txBody>
      </p:sp>
      <p:pic>
        <p:nvPicPr>
          <p:cNvPr id="6" name="Picture 5" descr="A diagram of a student&#10;&#10;AI-generated content may be incorrect.">
            <a:extLst>
              <a:ext uri="{FF2B5EF4-FFF2-40B4-BE49-F238E27FC236}">
                <a16:creationId xmlns:a16="http://schemas.microsoft.com/office/drawing/2014/main" id="{712C88A7-CFEA-11E6-CA8B-F4BFEC1E40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6320" y="826542"/>
            <a:ext cx="5132127" cy="5261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2589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557DB-69F4-4E31-E181-8161C54A6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Geologica"/>
              </a:rPr>
              <a:t>Left Join and Right Join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0448C9-AC84-6722-B928-7C4E8B55EBC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b="1"/>
              <a:t>LEFT JOIN</a:t>
            </a:r>
            <a:r>
              <a:rPr lang="en-GB" sz="1800"/>
              <a:t> (or LEFT OUTER JOIN) –</a:t>
            </a:r>
            <a:r>
              <a:rPr lang="en-GB" sz="1800">
                <a:ea typeface="+mn-lt"/>
                <a:cs typeface="+mn-lt"/>
              </a:rPr>
              <a:t> Returns </a:t>
            </a:r>
            <a:r>
              <a:rPr lang="en-GB" sz="1800" b="1">
                <a:ea typeface="+mn-lt"/>
                <a:cs typeface="+mn-lt"/>
              </a:rPr>
              <a:t>all rows from the left table</a:t>
            </a:r>
            <a:r>
              <a:rPr lang="en-GB" sz="1800">
                <a:ea typeface="+mn-lt"/>
                <a:cs typeface="+mn-lt"/>
              </a:rPr>
              <a:t>, and matched rows from the right</a:t>
            </a:r>
            <a:endParaRPr lang="en-GB" sz="1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b="1"/>
              <a:t>RIGHT JOIN</a:t>
            </a:r>
            <a:r>
              <a:rPr lang="en-GB" sz="1800"/>
              <a:t> (or RIGHT OUTER JOIN) – Returns</a:t>
            </a:r>
            <a:r>
              <a:rPr lang="en-GB" sz="1800">
                <a:ea typeface="+mn-lt"/>
                <a:cs typeface="+mn-lt"/>
              </a:rPr>
              <a:t> </a:t>
            </a:r>
            <a:r>
              <a:rPr lang="en-GB" sz="1800" b="1">
                <a:ea typeface="+mn-lt"/>
                <a:cs typeface="+mn-lt"/>
              </a:rPr>
              <a:t>all rows from the right table</a:t>
            </a:r>
            <a:r>
              <a:rPr lang="en-GB" sz="1800">
                <a:ea typeface="+mn-lt"/>
                <a:cs typeface="+mn-lt"/>
              </a:rPr>
              <a:t>, and matched rows from the left</a:t>
            </a:r>
            <a:endParaRPr lang="en-GB" sz="1800"/>
          </a:p>
          <a:p>
            <a:endParaRPr lang="en-GB"/>
          </a:p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16684A-BE83-B3F6-48DE-C10C618E8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2A080-DA64-4F5C-9131-47EB793B4410}" type="slidenum">
              <a:rPr lang="en-GB" noProof="0" smtClean="0"/>
              <a:pPr/>
              <a:t>24</a:t>
            </a:fld>
            <a:endParaRPr lang="en-GB" noProof="0"/>
          </a:p>
        </p:txBody>
      </p:sp>
      <p:pic>
        <p:nvPicPr>
          <p:cNvPr id="5" name="Picture 4" descr="A diagram of a venn diagram&#10;&#10;AI-generated content may be incorrect.">
            <a:extLst>
              <a:ext uri="{FF2B5EF4-FFF2-40B4-BE49-F238E27FC236}">
                <a16:creationId xmlns:a16="http://schemas.microsoft.com/office/drawing/2014/main" id="{54A8CF47-2B0F-863E-CC1A-8C2125EB42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609" y="2471761"/>
            <a:ext cx="5448044" cy="37686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8922370-EFED-7B96-79D1-F9204389739E}"/>
              </a:ext>
            </a:extLst>
          </p:cNvPr>
          <p:cNvSpPr txBox="1"/>
          <p:nvPr/>
        </p:nvSpPr>
        <p:spPr>
          <a:xfrm>
            <a:off x="1162926" y="2926503"/>
            <a:ext cx="4933389" cy="313932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latin typeface="Consolas" panose="020B0609020204030204" pitchFamily="49" charset="0"/>
                <a:ea typeface="+mn-lt"/>
                <a:cs typeface="Segoe UI"/>
              </a:rPr>
              <a:t>SELECT </a:t>
            </a:r>
            <a:endParaRPr lang="en-US">
              <a:latin typeface="Consolas" panose="020B0609020204030204" pitchFamily="49" charset="0"/>
              <a:ea typeface="+mn-lt"/>
              <a:cs typeface="Segoe UI"/>
            </a:endParaRPr>
          </a:p>
          <a:p>
            <a:r>
              <a:rPr lang="en-GB">
                <a:latin typeface="Consolas" panose="020B0609020204030204" pitchFamily="49" charset="0"/>
                <a:ea typeface="+mn-lt"/>
                <a:cs typeface="Segoe UI"/>
              </a:rPr>
              <a:t>    </a:t>
            </a:r>
            <a:r>
              <a:rPr lang="en-GB" err="1">
                <a:latin typeface="Consolas" panose="020B0609020204030204" pitchFamily="49" charset="0"/>
                <a:ea typeface="+mn-lt"/>
                <a:cs typeface="Segoe UI"/>
              </a:rPr>
              <a:t>students.student_id</a:t>
            </a:r>
            <a:r>
              <a:rPr lang="en-GB">
                <a:latin typeface="Consolas" panose="020B0609020204030204" pitchFamily="49" charset="0"/>
                <a:ea typeface="+mn-lt"/>
                <a:cs typeface="Segoe UI"/>
              </a:rPr>
              <a:t>, </a:t>
            </a:r>
          </a:p>
          <a:p>
            <a:r>
              <a:rPr lang="en-GB">
                <a:latin typeface="Consolas" panose="020B0609020204030204" pitchFamily="49" charset="0"/>
                <a:ea typeface="+mn-lt"/>
                <a:cs typeface="Segoe UI"/>
              </a:rPr>
              <a:t>    students.name,</a:t>
            </a:r>
            <a:endParaRPr lang="en-GB">
              <a:latin typeface="Consolas" panose="020B0609020204030204" pitchFamily="49" charset="0"/>
            </a:endParaRPr>
          </a:p>
          <a:p>
            <a:r>
              <a:rPr lang="en-GB">
                <a:latin typeface="Consolas" panose="020B0609020204030204" pitchFamily="49" charset="0"/>
                <a:ea typeface="+mn-lt"/>
                <a:cs typeface="Segoe UI"/>
              </a:rPr>
              <a:t>    </a:t>
            </a:r>
            <a:r>
              <a:rPr lang="en-GB" err="1">
                <a:latin typeface="Consolas" panose="020B0609020204030204" pitchFamily="49" charset="0"/>
                <a:ea typeface="+mn-lt"/>
                <a:cs typeface="Segoe UI"/>
              </a:rPr>
              <a:t>departments.department</a:t>
            </a:r>
            <a:endParaRPr lang="en-GB">
              <a:latin typeface="Consolas" panose="020B0609020204030204" pitchFamily="49" charset="0"/>
              <a:cs typeface="Segoe UI"/>
            </a:endParaRPr>
          </a:p>
          <a:p>
            <a:r>
              <a:rPr lang="en-GB">
                <a:latin typeface="Consolas" panose="020B0609020204030204" pitchFamily="49" charset="0"/>
                <a:ea typeface="+mn-lt"/>
                <a:cs typeface="Segoe UI"/>
              </a:rPr>
              <a:t>FROM </a:t>
            </a:r>
            <a:endParaRPr lang="en-GB">
              <a:latin typeface="Consolas" panose="020B0609020204030204" pitchFamily="49" charset="0"/>
              <a:cs typeface="Segoe UI"/>
            </a:endParaRPr>
          </a:p>
          <a:p>
            <a:r>
              <a:rPr lang="en-GB">
                <a:latin typeface="Consolas" panose="020B0609020204030204" pitchFamily="49" charset="0"/>
                <a:ea typeface="+mn-lt"/>
                <a:cs typeface="Segoe UI"/>
              </a:rPr>
              <a:t>    students</a:t>
            </a:r>
          </a:p>
          <a:p>
            <a:r>
              <a:rPr lang="en-GB">
                <a:latin typeface="Consolas" panose="020B0609020204030204" pitchFamily="49" charset="0"/>
                <a:ea typeface="+mn-lt"/>
                <a:cs typeface="Segoe UI"/>
              </a:rPr>
              <a:t>LEFT JOIN </a:t>
            </a:r>
          </a:p>
          <a:p>
            <a:r>
              <a:rPr lang="en-GB">
                <a:latin typeface="Consolas" panose="020B0609020204030204" pitchFamily="49" charset="0"/>
                <a:ea typeface="+mn-lt"/>
                <a:cs typeface="Segoe UI"/>
              </a:rPr>
              <a:t>    departments</a:t>
            </a:r>
          </a:p>
          <a:p>
            <a:r>
              <a:rPr lang="en-GB">
                <a:latin typeface="Consolas" panose="020B0609020204030204" pitchFamily="49" charset="0"/>
                <a:ea typeface="+mn-lt"/>
                <a:cs typeface="Segoe UI"/>
              </a:rPr>
              <a:t>ON </a:t>
            </a:r>
          </a:p>
          <a:p>
            <a:r>
              <a:rPr lang="en-GB">
                <a:latin typeface="Consolas" panose="020B0609020204030204" pitchFamily="49" charset="0"/>
                <a:ea typeface="+mn-lt"/>
                <a:cs typeface="Segoe UI"/>
              </a:rPr>
              <a:t>    </a:t>
            </a:r>
            <a:r>
              <a:rPr lang="en-GB" err="1">
                <a:latin typeface="Consolas" panose="020B0609020204030204" pitchFamily="49" charset="0"/>
                <a:ea typeface="+mn-lt"/>
                <a:cs typeface="Segoe UI"/>
              </a:rPr>
              <a:t>students.student_id</a:t>
            </a:r>
            <a:r>
              <a:rPr lang="en-GB">
                <a:latin typeface="Consolas" panose="020B0609020204030204" pitchFamily="49" charset="0"/>
                <a:ea typeface="+mn-lt"/>
                <a:cs typeface="Segoe UI"/>
              </a:rPr>
              <a:t> = </a:t>
            </a:r>
            <a:r>
              <a:rPr lang="en-GB" err="1">
                <a:latin typeface="Consolas" panose="020B0609020204030204" pitchFamily="49" charset="0"/>
                <a:ea typeface="+mn-lt"/>
                <a:cs typeface="Segoe UI"/>
              </a:rPr>
              <a:t>departments.student_id</a:t>
            </a:r>
            <a:r>
              <a:rPr lang="en-GB">
                <a:latin typeface="Consolas" panose="020B0609020204030204" pitchFamily="49" charset="0"/>
                <a:ea typeface="+mn-lt"/>
                <a:cs typeface="Segoe UI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9343601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A28E4C-5BCF-A215-A3BB-19EA1D608C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39800" y="1322352"/>
            <a:ext cx="10515599" cy="59072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sz="1800" b="1"/>
              <a:t>FULL JOIN</a:t>
            </a:r>
            <a:r>
              <a:rPr lang="en-GB" sz="1800"/>
              <a:t> (or FULL OUTER JOIN) – Returns</a:t>
            </a:r>
            <a:r>
              <a:rPr lang="en-GB" sz="1800">
                <a:ea typeface="+mn-lt"/>
                <a:cs typeface="+mn-lt"/>
              </a:rPr>
              <a:t> </a:t>
            </a:r>
            <a:r>
              <a:rPr lang="en-GB" sz="1800" b="1">
                <a:ea typeface="+mn-lt"/>
                <a:cs typeface="+mn-lt"/>
              </a:rPr>
              <a:t>all rows</a:t>
            </a:r>
            <a:r>
              <a:rPr lang="en-GB" sz="1800">
                <a:ea typeface="+mn-lt"/>
                <a:cs typeface="+mn-lt"/>
              </a:rPr>
              <a:t> when there’s a match in either table.</a:t>
            </a:r>
            <a:endParaRPr lang="en-GB" sz="1800"/>
          </a:p>
          <a:p>
            <a:endParaRPr lang="en-GB"/>
          </a:p>
          <a:p>
            <a:endParaRPr lang="en-GB"/>
          </a:p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DD48D1-3134-7A30-BB5D-3DECC9178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Geologica"/>
              </a:rPr>
              <a:t>Full Join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DDBA99-0CC9-E3D6-6AB9-1637D21CB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2A080-DA64-4F5C-9131-47EB793B4410}" type="slidenum">
              <a:rPr lang="en-GB" noProof="0" smtClean="0"/>
              <a:pPr/>
              <a:t>25</a:t>
            </a:fld>
            <a:endParaRPr lang="en-GB" noProof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290EE5-9123-9314-743F-AC89F1C142BA}"/>
              </a:ext>
            </a:extLst>
          </p:cNvPr>
          <p:cNvSpPr txBox="1"/>
          <p:nvPr/>
        </p:nvSpPr>
        <p:spPr>
          <a:xfrm>
            <a:off x="1329848" y="2233751"/>
            <a:ext cx="4008467" cy="175432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latin typeface="Consolas" panose="020B0609020204030204" pitchFamily="49" charset="0"/>
                <a:ea typeface="+mn-lt"/>
                <a:cs typeface="+mn-lt"/>
              </a:rPr>
              <a:t>SELECT students.name, </a:t>
            </a:r>
            <a:r>
              <a:rPr lang="en-GB" err="1">
                <a:latin typeface="Consolas" panose="020B0609020204030204" pitchFamily="49" charset="0"/>
                <a:ea typeface="+mn-lt"/>
                <a:cs typeface="+mn-lt"/>
              </a:rPr>
              <a:t>departments.department</a:t>
            </a:r>
            <a:endParaRPr lang="en-US">
              <a:latin typeface="Consolas" panose="020B0609020204030204" pitchFamily="49" charset="0"/>
              <a:cs typeface="Segoe UI"/>
            </a:endParaRPr>
          </a:p>
          <a:p>
            <a:r>
              <a:rPr lang="en-GB">
                <a:latin typeface="Consolas" panose="020B0609020204030204" pitchFamily="49" charset="0"/>
                <a:ea typeface="+mn-lt"/>
                <a:cs typeface="+mn-lt"/>
              </a:rPr>
              <a:t>FROM students</a:t>
            </a:r>
            <a:endParaRPr lang="en-GB">
              <a:latin typeface="Consolas" panose="020B0609020204030204" pitchFamily="49" charset="0"/>
              <a:cs typeface="Segoe UI"/>
            </a:endParaRPr>
          </a:p>
          <a:p>
            <a:r>
              <a:rPr lang="en-GB">
                <a:latin typeface="Consolas" panose="020B0609020204030204" pitchFamily="49" charset="0"/>
                <a:ea typeface="+mn-lt"/>
                <a:cs typeface="+mn-lt"/>
              </a:rPr>
              <a:t>FULL JOIN departments</a:t>
            </a:r>
          </a:p>
          <a:p>
            <a:r>
              <a:rPr lang="en-GB">
                <a:latin typeface="Consolas" panose="020B0609020204030204" pitchFamily="49" charset="0"/>
                <a:ea typeface="+mn-lt"/>
                <a:cs typeface="+mn-lt"/>
              </a:rPr>
              <a:t>ON </a:t>
            </a:r>
            <a:r>
              <a:rPr lang="en-GB" err="1">
                <a:latin typeface="Consolas" panose="020B0609020204030204" pitchFamily="49" charset="0"/>
                <a:ea typeface="+mn-lt"/>
                <a:cs typeface="Segoe UI"/>
              </a:rPr>
              <a:t>students.student_id</a:t>
            </a:r>
            <a:r>
              <a:rPr lang="en-GB">
                <a:latin typeface="Consolas" panose="020B0609020204030204" pitchFamily="49" charset="0"/>
                <a:ea typeface="+mn-lt"/>
                <a:cs typeface="Segoe UI"/>
              </a:rPr>
              <a:t> = </a:t>
            </a:r>
            <a:r>
              <a:rPr lang="en-GB" err="1">
                <a:latin typeface="Consolas" panose="020B0609020204030204" pitchFamily="49" charset="0"/>
                <a:ea typeface="+mn-lt"/>
                <a:cs typeface="Segoe UI"/>
              </a:rPr>
              <a:t>departments.student_id</a:t>
            </a:r>
            <a:r>
              <a:rPr lang="en-GB">
                <a:latin typeface="Consolas" panose="020B0609020204030204" pitchFamily="49" charset="0"/>
                <a:ea typeface="+mn-lt"/>
                <a:cs typeface="Segoe UI"/>
              </a:rPr>
              <a:t>;</a:t>
            </a:r>
            <a:endParaRPr lang="en-GB">
              <a:latin typeface="Consolas" panose="020B0609020204030204" pitchFamily="49" charset="0"/>
              <a:cs typeface="Segoe UI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3DBEF72-B7B3-0FCD-E040-EC0597437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2621" y="4474652"/>
            <a:ext cx="1959939" cy="124034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877F278-35C1-FA6E-017C-AB49855223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233751"/>
            <a:ext cx="4490597" cy="3730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7897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26F7C-261A-17E1-70C2-75E962EAB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Geologica"/>
              </a:rPr>
              <a:t>What is SQLAlchemy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9BC4E2-E60B-0D33-F6CB-95CF9400C8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1" y="1416212"/>
            <a:ext cx="10515599" cy="402557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800" b="1" err="1">
                <a:ea typeface="+mn-lt"/>
                <a:cs typeface="+mn-lt"/>
              </a:rPr>
              <a:t>SQLAlchemy</a:t>
            </a:r>
            <a:r>
              <a:rPr lang="en-US" sz="1800">
                <a:ea typeface="+mn-lt"/>
                <a:cs typeface="+mn-lt"/>
              </a:rPr>
              <a:t> is a popular </a:t>
            </a:r>
            <a:r>
              <a:rPr lang="en-US" sz="1800" b="1">
                <a:ea typeface="+mn-lt"/>
                <a:cs typeface="+mn-lt"/>
              </a:rPr>
              <a:t>Object-Relational Mapping (ORM)</a:t>
            </a:r>
            <a:r>
              <a:rPr lang="en-US" sz="1800">
                <a:ea typeface="+mn-lt"/>
                <a:cs typeface="+mn-lt"/>
              </a:rPr>
              <a:t> which maps classes in your code to tables in a database. This means:</a:t>
            </a:r>
            <a:endParaRPr lang="en-US" sz="180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800">
                <a:ea typeface="+mn-lt"/>
                <a:cs typeface="+mn-lt"/>
              </a:rPr>
              <a:t>Tables → Python classes</a:t>
            </a:r>
            <a:endParaRPr lang="en-US" sz="180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800">
                <a:ea typeface="+mn-lt"/>
                <a:cs typeface="+mn-lt"/>
              </a:rPr>
              <a:t>Rows → Python objects</a:t>
            </a:r>
            <a:endParaRPr lang="en-US" sz="180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800">
                <a:ea typeface="+mn-lt"/>
                <a:cs typeface="+mn-lt"/>
              </a:rPr>
              <a:t>Columns → Python attributes</a:t>
            </a:r>
            <a:endParaRPr lang="en-US" sz="1800"/>
          </a:p>
          <a:p>
            <a:pPr>
              <a:lnSpc>
                <a:spcPct val="150000"/>
              </a:lnSpc>
            </a:pPr>
            <a:r>
              <a:rPr lang="en-US" sz="1800">
                <a:ea typeface="+mn-lt"/>
                <a:cs typeface="+mn-lt"/>
              </a:rPr>
              <a:t>This abstraction allows you to perform CRUD operations on data using Python syntax, rather than writing SQL directly.</a:t>
            </a:r>
            <a:endParaRPr lang="en-US" sz="1800"/>
          </a:p>
          <a:p>
            <a:pPr>
              <a:lnSpc>
                <a:spcPct val="150000"/>
              </a:lnSpc>
            </a:pPr>
            <a:endParaRPr lang="en-US" sz="18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253AD3-A2D1-A602-4565-F295E1FFF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2A080-DA64-4F5C-9131-47EB793B4410}" type="slidenum">
              <a:rPr lang="en-GB" noProof="0" smtClean="0"/>
              <a:pPr/>
              <a:t>26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0887537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C20CC-39C7-20F5-D8BB-DE343550A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D04CD-3443-86DC-0A5B-ED3269DDA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Geologica"/>
              </a:rPr>
              <a:t>Basics of </a:t>
            </a:r>
            <a:r>
              <a:rPr lang="en-US" err="1">
                <a:latin typeface="Geologica"/>
              </a:rPr>
              <a:t>SQLAlchemy</a:t>
            </a:r>
            <a:endParaRPr lang="en-US" err="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4846BD-42AD-3467-F6AC-A9790984A2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1" y="1327994"/>
            <a:ext cx="10515599" cy="437176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>
                <a:ea typeface="+mn-lt"/>
                <a:cs typeface="+mn-lt"/>
              </a:rPr>
              <a:t>1. Create your core interface (engine), alongside your tables and session:</a:t>
            </a:r>
          </a:p>
          <a:p>
            <a:endParaRPr lang="en-US" sz="1000">
              <a:solidFill>
                <a:srgbClr val="BCBEC4"/>
              </a:solidFill>
              <a:latin typeface="Consolas"/>
              <a:ea typeface="+mn-lt"/>
              <a:cs typeface="+mn-lt"/>
            </a:endParaRPr>
          </a:p>
          <a:p>
            <a:pPr>
              <a:lnSpc>
                <a:spcPts val="1425"/>
              </a:lnSpc>
              <a:buNone/>
            </a:pPr>
            <a:r>
              <a:rPr lang="en-US" sz="1800" b="0">
                <a:solidFill>
                  <a:srgbClr val="9723B4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>
                <a:solidFill>
                  <a:srgbClr val="9723B4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sqlalchemy.orm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723B4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sessionmaker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declarative_base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b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engine = 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create_engine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postgresql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://</a:t>
            </a:r>
            <a:r>
              <a:rPr lang="en-US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postgres:admin@localhost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postgres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pPr>
              <a:lnSpc>
                <a:spcPts val="1425"/>
              </a:lnSpc>
              <a:buNone/>
            </a:pPr>
            <a:b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Base.metadata.drop_all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(engine)</a:t>
            </a:r>
          </a:p>
          <a:p>
            <a:pPr>
              <a:lnSpc>
                <a:spcPts val="1425"/>
              </a:lnSpc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Base.metadata.create_all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(engine)</a:t>
            </a:r>
          </a:p>
          <a:p>
            <a:pPr>
              <a:lnSpc>
                <a:spcPts val="1425"/>
              </a:lnSpc>
              <a:buNone/>
            </a:pPr>
            <a:b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Session = 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sessionmaker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(bind=engine)</a:t>
            </a:r>
          </a:p>
          <a:p>
            <a:pPr>
              <a:lnSpc>
                <a:spcPts val="1425"/>
              </a:lnSpc>
            </a:pP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session = Session()</a:t>
            </a:r>
            <a:endParaRPr lang="en-US"/>
          </a:p>
          <a:p>
            <a:endParaRPr lang="en-US"/>
          </a:p>
          <a:p>
            <a:endParaRPr lang="en-US" b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341AB0-1155-FB53-338E-944716DED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2A080-DA64-4F5C-9131-47EB793B4410}" type="slidenum">
              <a:rPr lang="en-GB" noProof="0" smtClean="0"/>
              <a:pPr/>
              <a:t>27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1139528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84AEB-657A-E5F9-6639-B26040056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Geologica"/>
              </a:rPr>
              <a:t>Basics of </a:t>
            </a:r>
            <a:r>
              <a:rPr lang="en-US" err="1">
                <a:latin typeface="Geologica"/>
              </a:rPr>
              <a:t>SQLAlchemy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796C48-AFC9-FBBA-8ACD-9089881C9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1" y="1327994"/>
            <a:ext cx="11424919" cy="468672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>
                <a:ea typeface="+mn-lt"/>
                <a:cs typeface="+mn-lt"/>
              </a:rPr>
              <a:t>2. Declare your tables as classes:</a:t>
            </a:r>
          </a:p>
          <a:p>
            <a:endParaRPr lang="en-US">
              <a:ea typeface="+mn-lt"/>
              <a:cs typeface="+mn-lt"/>
            </a:endParaRPr>
          </a:p>
          <a:p>
            <a:pPr>
              <a:lnSpc>
                <a:spcPts val="1425"/>
              </a:lnSpc>
              <a:buNone/>
            </a:pPr>
            <a:r>
              <a:rPr lang="en-US" b="0">
                <a:solidFill>
                  <a:srgbClr val="9723B4"/>
                </a:solidFill>
                <a:effectLst/>
                <a:latin typeface="Consolas" panose="020B0609020204030204" pitchFamily="49" charset="0"/>
              </a:rPr>
              <a:t>  from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sqlalchemy.orm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723B4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declarative_base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relationship</a:t>
            </a:r>
          </a:p>
          <a:p>
            <a:pPr>
              <a:lnSpc>
                <a:spcPts val="1425"/>
              </a:lnSpc>
              <a:buNone/>
            </a:pPr>
            <a:r>
              <a:rPr lang="en-US" b="0">
                <a:solidFill>
                  <a:srgbClr val="9723B4"/>
                </a:solidFill>
                <a:effectLst/>
                <a:latin typeface="Consolas" panose="020B0609020204030204" pitchFamily="49" charset="0"/>
              </a:rPr>
              <a:t>  from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sqlalchemy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723B4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Column, Integer, String</a:t>
            </a:r>
          </a:p>
          <a:p>
            <a:pPr>
              <a:lnSpc>
                <a:spcPts val="1425"/>
              </a:lnSpc>
              <a:buNone/>
            </a:pPr>
            <a:b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Base = 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declarative_base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b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257693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257693"/>
                </a:solidFill>
                <a:effectLst/>
                <a:latin typeface="Consolas" panose="020B0609020204030204" pitchFamily="49" charset="0"/>
              </a:rPr>
              <a:t>Base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__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tablename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__ = 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'users'</a:t>
            </a: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user_id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Column(Integer, 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primary_key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name = Column(String(</a:t>
            </a:r>
            <a:r>
              <a:rPr lang="en-US" b="0">
                <a:solidFill>
                  <a:srgbClr val="116644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nullable=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email = Column(String(</a:t>
            </a:r>
            <a:r>
              <a:rPr lang="en-US" b="0">
                <a:solidFill>
                  <a:srgbClr val="116644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unique=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nullable=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transactions = relationship(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'Transaction'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back_populates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'user’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pPr>
              <a:lnSpc>
                <a:spcPts val="1425"/>
              </a:lnSpc>
            </a:pP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     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cascade=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'all, delete'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endParaRPr lang="en-US"/>
          </a:p>
          <a:p>
            <a:endParaRPr lang="en-US"/>
          </a:p>
          <a:p>
            <a:endParaRPr lang="en-US" b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8EB6EC-0440-1423-E677-86FF9617B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2A080-DA64-4F5C-9131-47EB793B4410}" type="slidenum">
              <a:rPr lang="en-GB" noProof="0" smtClean="0"/>
              <a:pPr/>
              <a:t>28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7627695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A8D04-79CB-272B-8F8A-761296C82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Basics of </a:t>
            </a:r>
            <a:r>
              <a:rPr lang="en-US" err="1"/>
              <a:t>SQLAlchemy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6840B0-54DC-D601-6256-C7224F914CC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1" y="1327995"/>
            <a:ext cx="10515599" cy="56176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>
                <a:latin typeface="Segoe UI"/>
                <a:cs typeface="Segoe UI"/>
              </a:rPr>
              <a:t>3. Insert into your tables:</a:t>
            </a:r>
            <a:endParaRPr lang="en-US" sz="1800">
              <a:solidFill>
                <a:srgbClr val="090909"/>
              </a:solidFill>
              <a:latin typeface="Segoe UI"/>
              <a:cs typeface="Segoe UI"/>
            </a:endParaRPr>
          </a:p>
          <a:p>
            <a:endParaRPr lang="en-US">
              <a:solidFill>
                <a:srgbClr val="181835"/>
              </a:solidFill>
              <a:latin typeface="Segoe UI"/>
              <a:cs typeface="Segoe UI"/>
            </a:endParaRPr>
          </a:p>
          <a:p>
            <a:endParaRPr lang="en-US">
              <a:solidFill>
                <a:srgbClr val="090909"/>
              </a:solidFill>
              <a:latin typeface="Segoe UI"/>
              <a:cs typeface="Segoe UI"/>
            </a:endParaRPr>
          </a:p>
          <a:p>
            <a:endParaRPr lang="en-US">
              <a:solidFill>
                <a:srgbClr val="090909"/>
              </a:solidFill>
              <a:latin typeface="Segoe UI"/>
              <a:cs typeface="Segoe UI"/>
            </a:endParaRPr>
          </a:p>
          <a:p>
            <a:endParaRPr lang="en-US">
              <a:solidFill>
                <a:srgbClr val="090909"/>
              </a:solidFill>
              <a:latin typeface="Segoe UI"/>
              <a:cs typeface="Segoe UI"/>
            </a:endParaRP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929110-78DD-9E2A-A697-D500A0379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2A080-DA64-4F5C-9131-47EB793B4410}" type="slidenum">
              <a:rPr lang="en-GB" noProof="0" smtClean="0"/>
              <a:pPr/>
              <a:t>29</a:t>
            </a:fld>
            <a:endParaRPr lang="en-GB" noProof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E41E5B23-BDE7-0BD1-0BEA-3C1852433D75}"/>
              </a:ext>
            </a:extLst>
          </p:cNvPr>
          <p:cNvSpPr txBox="1">
            <a:spLocks/>
          </p:cNvSpPr>
          <p:nvPr/>
        </p:nvSpPr>
        <p:spPr>
          <a:xfrm>
            <a:off x="1122681" y="1959398"/>
            <a:ext cx="10515599" cy="43273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332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 baseline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50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Geologica" pitchFamily="2" charset="0"/>
                <a:ea typeface="+mn-ea"/>
                <a:cs typeface="+mn-cs"/>
              </a:defRPr>
            </a:lvl2pPr>
            <a:lvl3pPr marL="1142914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i="0" kern="1200" baseline="0">
                <a:solidFill>
                  <a:schemeClr val="tx1"/>
                </a:solidFill>
                <a:latin typeface="DM Sans 14pt" pitchFamily="2" charset="77"/>
                <a:ea typeface="+mn-ea"/>
                <a:cs typeface="+mn-cs"/>
              </a:defRPr>
            </a:lvl3pPr>
            <a:lvl4pPr marL="1600080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 baseline="0">
                <a:solidFill>
                  <a:schemeClr val="tx1"/>
                </a:solidFill>
                <a:latin typeface="DM Sans 14pt" pitchFamily="2" charset="77"/>
                <a:ea typeface="+mn-ea"/>
                <a:cs typeface="+mn-cs"/>
              </a:defRPr>
            </a:lvl4pPr>
            <a:lvl5pPr marL="2057247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1" i="0" kern="1200" baseline="0">
                <a:solidFill>
                  <a:schemeClr val="tx1"/>
                </a:solidFill>
                <a:latin typeface="DM Sans 14pt" pitchFamily="2" charset="77"/>
                <a:ea typeface="+mn-ea"/>
                <a:cs typeface="+mn-cs"/>
              </a:defRPr>
            </a:lvl5pPr>
            <a:lvl6pPr marL="2514412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78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44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10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425"/>
              </a:lnSpc>
              <a:buNone/>
            </a:pPr>
            <a:b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user1 = User(name=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'John </a:t>
            </a:r>
            <a:r>
              <a:rPr lang="en-US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Doe'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,email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"johndoe@email.com"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session.add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(user1) </a:t>
            </a:r>
          </a:p>
          <a:p>
            <a:pPr>
              <a:lnSpc>
                <a:spcPts val="1425"/>
              </a:lnSpc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users = [</a:t>
            </a:r>
          </a:p>
          <a:p>
            <a:pPr>
              <a:lnSpc>
                <a:spcPts val="1425"/>
              </a:lnSpc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User(name=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'Alice'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email=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'alice@example.com'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lnSpc>
                <a:spcPts val="1425"/>
              </a:lnSpc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User(name=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'Bob'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email=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'bob@example.com'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</a:p>
          <a:p>
            <a:pPr>
              <a:lnSpc>
                <a:spcPts val="1425"/>
              </a:lnSpc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User(name=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'Charlie'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email=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'charlie@example.com'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lnSpc>
                <a:spcPts val="1425"/>
              </a:lnSpc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User(name=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'Diana'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email=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'diana@example.com'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session.add_all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(users)</a:t>
            </a:r>
          </a:p>
          <a:p>
            <a:pPr>
              <a:lnSpc>
                <a:spcPts val="1425"/>
              </a:lnSpc>
            </a:pP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session.commit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endParaRPr lang="en-US">
              <a:solidFill>
                <a:srgbClr val="090909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8489583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B0D6D-A558-F983-AC1F-D8C39CC38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Geologica"/>
              </a:rPr>
              <a:t>Basics of </a:t>
            </a:r>
            <a:r>
              <a:rPr lang="en-US" err="1">
                <a:latin typeface="Geologica"/>
              </a:rPr>
              <a:t>SQLAlchemy</a:t>
            </a:r>
            <a:endParaRPr lang="en-US" b="0" err="1">
              <a:solidFill>
                <a:srgbClr val="000000"/>
              </a:solidFill>
              <a:latin typeface="Geologica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71538A-729F-98B7-9793-39B23390CC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1" y="1327995"/>
            <a:ext cx="10515600" cy="106616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>
                <a:cs typeface="Segoe UI"/>
              </a:rPr>
              <a:t>4. Querying:</a:t>
            </a:r>
            <a:endParaRPr lang="en-US" sz="1800">
              <a:solidFill>
                <a:srgbClr val="000000"/>
              </a:solidFill>
              <a:cs typeface="Segoe UI"/>
            </a:endParaRP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99A4E4-9BA2-9193-3813-E2A17CBE5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2A080-DA64-4F5C-9131-47EB793B4410}" type="slidenum">
              <a:rPr lang="en-GB" noProof="0" smtClean="0"/>
              <a:pPr/>
              <a:t>30</a:t>
            </a:fld>
            <a:endParaRPr lang="en-GB" noProof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82936FB-02DE-C440-38E5-AADE49D964F3}"/>
              </a:ext>
            </a:extLst>
          </p:cNvPr>
          <p:cNvSpPr txBox="1">
            <a:spLocks/>
          </p:cNvSpPr>
          <p:nvPr/>
        </p:nvSpPr>
        <p:spPr>
          <a:xfrm>
            <a:off x="1000761" y="1893198"/>
            <a:ext cx="10515599" cy="307160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332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 baseline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50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Geologica" pitchFamily="2" charset="0"/>
                <a:ea typeface="+mn-ea"/>
                <a:cs typeface="+mn-cs"/>
              </a:defRPr>
            </a:lvl2pPr>
            <a:lvl3pPr marL="1142914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i="0" kern="1200" baseline="0">
                <a:solidFill>
                  <a:schemeClr val="tx1"/>
                </a:solidFill>
                <a:latin typeface="DM Sans 14pt" pitchFamily="2" charset="77"/>
                <a:ea typeface="+mn-ea"/>
                <a:cs typeface="+mn-cs"/>
              </a:defRPr>
            </a:lvl3pPr>
            <a:lvl4pPr marL="1600080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 baseline="0">
                <a:solidFill>
                  <a:schemeClr val="tx1"/>
                </a:solidFill>
                <a:latin typeface="DM Sans 14pt" pitchFamily="2" charset="77"/>
                <a:ea typeface="+mn-ea"/>
                <a:cs typeface="+mn-cs"/>
              </a:defRPr>
            </a:lvl4pPr>
            <a:lvl5pPr marL="2057247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1" i="0" kern="1200" baseline="0">
                <a:solidFill>
                  <a:schemeClr val="tx1"/>
                </a:solidFill>
                <a:latin typeface="DM Sans 14pt" pitchFamily="2" charset="77"/>
                <a:ea typeface="+mn-ea"/>
                <a:cs typeface="+mn-cs"/>
              </a:defRPr>
            </a:lvl5pPr>
            <a:lvl6pPr marL="2514412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78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44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10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425"/>
              </a:lnSpc>
              <a:buNone/>
            </a:pPr>
            <a:b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all_users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session.execute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(select(User)).scalars().</a:t>
            </a:r>
            <a:r>
              <a:rPr lang="en-US" b="0">
                <a:solidFill>
                  <a:srgbClr val="6A5221"/>
                </a:solidFill>
                <a:effectLst/>
                <a:latin typeface="Consolas" panose="020B0609020204030204" pitchFamily="49" charset="0"/>
              </a:rPr>
              <a:t>all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Method1 (Core methods) </a:t>
            </a: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all_users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session.query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(User).</a:t>
            </a:r>
            <a:r>
              <a:rPr lang="en-US" b="0">
                <a:solidFill>
                  <a:srgbClr val="6A5221"/>
                </a:solidFill>
                <a:effectLst/>
                <a:latin typeface="Consolas" panose="020B0609020204030204" pitchFamily="49" charset="0"/>
              </a:rPr>
              <a:t>all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Method2 </a:t>
            </a: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>
                <a:solidFill>
                  <a:srgbClr val="9723B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user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all_users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6A5221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"User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ID: 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user.user_id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 Name: 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{user.name}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 Email: 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user.email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distinct_users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session.query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(User).distinct(User.name).</a:t>
            </a:r>
            <a:r>
              <a:rPr lang="en-US" b="0">
                <a:solidFill>
                  <a:srgbClr val="6A5221"/>
                </a:solidFill>
                <a:effectLst/>
                <a:latin typeface="Consolas" panose="020B0609020204030204" pitchFamily="49" charset="0"/>
              </a:rPr>
              <a:t>all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b="0">
                <a:solidFill>
                  <a:srgbClr val="9723B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user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distinct_users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6A5221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user.user_id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user.name, 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user.email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endParaRPr lang="en-US">
              <a:solidFill>
                <a:srgbClr val="090909"/>
              </a:solidFill>
              <a:latin typeface="Consolas" panose="020B0609020204030204" pitchFamily="49" charset="0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8591566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F388A-9F7D-8E0D-C060-093D7FFA3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Geologica"/>
              </a:rPr>
              <a:t>Filtering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91E0CC-1312-6718-465A-A730D9E50C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1" y="1117600"/>
            <a:ext cx="10515599" cy="537527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>
                <a:solidFill>
                  <a:srgbClr val="9723B4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sqlalchemy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723B4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and_, or_, not_</a:t>
            </a:r>
          </a:p>
          <a:p>
            <a:pPr>
              <a:lnSpc>
                <a:spcPts val="1425"/>
              </a:lnSpc>
              <a:buNone/>
            </a:pP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results_where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session.query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(User).</a:t>
            </a:r>
            <a:r>
              <a:rPr lang="en-US" b="0">
                <a:solidFill>
                  <a:srgbClr val="6A5221"/>
                </a:solidFill>
                <a:effectLst/>
                <a:latin typeface="Consolas" panose="020B0609020204030204" pitchFamily="49" charset="0"/>
              </a:rPr>
              <a:t>filter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(User.name == 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'Alice'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b="0">
                <a:solidFill>
                  <a:srgbClr val="6A5221"/>
                </a:solidFill>
                <a:effectLst/>
                <a:latin typeface="Consolas" panose="020B0609020204030204" pitchFamily="49" charset="0"/>
              </a:rPr>
              <a:t>all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b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results_and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session.query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(User).</a:t>
            </a:r>
            <a:r>
              <a:rPr lang="en-US" b="0">
                <a:solidFill>
                  <a:srgbClr val="6A5221"/>
                </a:solidFill>
                <a:effectLst/>
                <a:latin typeface="Consolas" panose="020B0609020204030204" pitchFamily="49" charset="0"/>
              </a:rPr>
              <a:t>filter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(and_(</a:t>
            </a:r>
          </a:p>
          <a:p>
            <a:pPr>
              <a:lnSpc>
                <a:spcPts val="1425"/>
              </a:lnSpc>
              <a:buNone/>
            </a:pP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						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User.name == 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'Alice'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                    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User.email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'alice@example.com'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                ).</a:t>
            </a:r>
            <a:r>
              <a:rPr lang="en-US" b="0">
                <a:solidFill>
                  <a:srgbClr val="6A5221"/>
                </a:solidFill>
                <a:effectLst/>
                <a:latin typeface="Consolas" panose="020B0609020204030204" pitchFamily="49" charset="0"/>
              </a:rPr>
              <a:t>all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b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results_or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session.query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(User).</a:t>
            </a:r>
            <a:r>
              <a:rPr lang="en-US" b="0">
                <a:solidFill>
                  <a:srgbClr val="6A5221"/>
                </a:solidFill>
                <a:effectLst/>
                <a:latin typeface="Consolas" panose="020B0609020204030204" pitchFamily="49" charset="0"/>
              </a:rPr>
              <a:t>filter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(or_(</a:t>
            </a:r>
          </a:p>
          <a:p>
            <a:pPr>
              <a:lnSpc>
                <a:spcPts val="1425"/>
              </a:lnSpc>
              <a:buNone/>
            </a:pP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					      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User.name == 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'Alice'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                   User.name == 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'Bob’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					   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b="0">
                <a:solidFill>
                  <a:srgbClr val="6A5221"/>
                </a:solidFill>
                <a:effectLst/>
                <a:latin typeface="Consolas" panose="020B0609020204030204" pitchFamily="49" charset="0"/>
              </a:rPr>
              <a:t>all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results_not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session.query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(User).</a:t>
            </a:r>
            <a:r>
              <a:rPr lang="en-US" b="0">
                <a:solidFill>
                  <a:srgbClr val="6A5221"/>
                </a:solidFill>
                <a:effectLst/>
                <a:latin typeface="Consolas" panose="020B0609020204030204" pitchFamily="49" charset="0"/>
              </a:rPr>
              <a:t>filter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(not_(User.name == 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'Charlie'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)).</a:t>
            </a:r>
            <a:r>
              <a:rPr lang="en-US" b="0">
                <a:solidFill>
                  <a:srgbClr val="6A5221"/>
                </a:solidFill>
                <a:effectLst/>
                <a:latin typeface="Consolas" panose="020B0609020204030204" pitchFamily="49" charset="0"/>
              </a:rPr>
              <a:t>all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8F86D9-FB34-E514-B2AB-8AB0AF491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2A080-DA64-4F5C-9131-47EB793B4410}" type="slidenum">
              <a:rPr lang="en-GB" noProof="0" smtClean="0"/>
              <a:pPr/>
              <a:t>31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03357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DF6FE-7501-8FE3-3448-A5E226631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C4C98-B20B-59ED-07AE-3D49884C2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Geologica"/>
              </a:rPr>
              <a:t>Order &amp; Limit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52FD16-5787-592D-1E3C-CE5CD0221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29641" y="1787818"/>
            <a:ext cx="10515599" cy="181144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results_order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session.query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(Transaction).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order_by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						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Transaction.user_id.asc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ts val="1425"/>
              </a:lnSpc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                          Transaction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.amount.desc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                          ).</a:t>
            </a:r>
            <a:r>
              <a:rPr lang="en-US" b="0">
                <a:solidFill>
                  <a:srgbClr val="6A5221"/>
                </a:solidFill>
                <a:effectLst/>
                <a:latin typeface="Consolas" panose="020B0609020204030204" pitchFamily="49" charset="0"/>
              </a:rPr>
              <a:t>all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ts val="1425"/>
              </a:lnSpc>
            </a:pP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results_limit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session.query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(Transaction).offset(</a:t>
            </a:r>
            <a:r>
              <a:rPr lang="en-US" b="0">
                <a:solidFill>
                  <a:srgbClr val="116644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).limit(</a:t>
            </a:r>
            <a:r>
              <a:rPr lang="en-US" b="0">
                <a:solidFill>
                  <a:srgbClr val="116644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b="0">
                <a:solidFill>
                  <a:srgbClr val="6A5221"/>
                </a:solidFill>
                <a:effectLst/>
                <a:latin typeface="Consolas" panose="020B0609020204030204" pitchFamily="49" charset="0"/>
              </a:rPr>
              <a:t>all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44C3CE-E7EF-55F2-8C05-865760971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2A080-DA64-4F5C-9131-47EB793B4410}" type="slidenum">
              <a:rPr lang="en-GB" noProof="0" smtClean="0"/>
              <a:pPr/>
              <a:t>32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1371963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7446D-A07E-4892-EFBC-9B91EBCA3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9A849-C09D-855E-B2E5-437939384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Geologica"/>
              </a:rPr>
              <a:t>One-to-many relationship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597157-56AA-65CE-175C-CEA671BA98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80441" y="1036242"/>
            <a:ext cx="10515599" cy="5320113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257693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>
                <a:solidFill>
                  <a:srgbClr val="257693"/>
                </a:solidFill>
                <a:effectLst/>
                <a:latin typeface="Consolas" panose="020B0609020204030204" pitchFamily="49" charset="0"/>
              </a:rPr>
              <a:t>Base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__</a:t>
            </a:r>
            <a:r>
              <a:rPr lang="en-US" sz="14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tablename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__ = </a:t>
            </a:r>
            <a:r>
              <a:rPr 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'users'</a:t>
            </a:r>
            <a:endParaRPr lang="en-US" sz="14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transactions = relationship(</a:t>
            </a:r>
            <a:r>
              <a:rPr 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'Transaction'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back_populates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'user'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cascade=</a:t>
            </a:r>
            <a:r>
              <a:rPr 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'all, delete’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endParaRPr lang="en-US" sz="14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257693"/>
                </a:solidFill>
                <a:effectLst/>
                <a:latin typeface="Consolas" panose="020B0609020204030204" pitchFamily="49" charset="0"/>
              </a:rPr>
              <a:t>Transaction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>
                <a:solidFill>
                  <a:srgbClr val="257693"/>
                </a:solidFill>
                <a:effectLst/>
                <a:latin typeface="Consolas" panose="020B0609020204030204" pitchFamily="49" charset="0"/>
              </a:rPr>
              <a:t>Base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__</a:t>
            </a:r>
            <a:r>
              <a:rPr lang="en-US" sz="14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tablename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__ = </a:t>
            </a:r>
            <a:r>
              <a:rPr 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'transactions'</a:t>
            </a:r>
            <a:endParaRPr lang="en-US" sz="14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transaction_id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Column(Integer, </a:t>
            </a:r>
            <a:r>
              <a:rPr lang="en-US" sz="14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primary_key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user_id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Column(Integer, </a:t>
            </a:r>
            <a:r>
              <a:rPr lang="en-US" sz="14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ForeignKey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users.user_id</a:t>
            </a:r>
            <a:r>
              <a:rPr 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nullable=</a:t>
            </a:r>
            <a:r>
              <a:rPr lang="en-US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method_id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Column(Integer, </a:t>
            </a:r>
            <a:r>
              <a:rPr lang="en-US" sz="14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ForeignKey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payment_methods.method_id</a:t>
            </a:r>
            <a:r>
              <a:rPr 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nullable=</a:t>
            </a:r>
            <a:r>
              <a:rPr lang="en-US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amount = Column(Numeric(</a:t>
            </a:r>
            <a:r>
              <a:rPr lang="en-US" sz="1400" b="0">
                <a:solidFill>
                  <a:srgbClr val="116644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>
                <a:solidFill>
                  <a:srgbClr val="116644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nullable=</a:t>
            </a:r>
            <a:r>
              <a:rPr lang="en-US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user = relationship(</a:t>
            </a:r>
            <a:r>
              <a:rPr 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'User'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back_populates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'transactions'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payment_method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relationship(</a:t>
            </a:r>
            <a:r>
              <a:rPr 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PaymentMethod</a:t>
            </a:r>
            <a:r>
              <a:rPr 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back_populates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'transactions’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endParaRPr lang="en-US" sz="14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err="1">
                <a:solidFill>
                  <a:srgbClr val="257693"/>
                </a:solidFill>
                <a:effectLst/>
                <a:latin typeface="Consolas" panose="020B0609020204030204" pitchFamily="49" charset="0"/>
              </a:rPr>
              <a:t>PaymentMethod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>
                <a:solidFill>
                  <a:srgbClr val="257693"/>
                </a:solidFill>
                <a:effectLst/>
                <a:latin typeface="Consolas" panose="020B0609020204030204" pitchFamily="49" charset="0"/>
              </a:rPr>
              <a:t>Base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__</a:t>
            </a:r>
            <a:r>
              <a:rPr lang="en-US" sz="14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tablename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__ = </a:t>
            </a:r>
            <a:r>
              <a:rPr 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payment_methods</a:t>
            </a:r>
            <a:r>
              <a:rPr 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endParaRPr lang="en-US" sz="14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transactions = relationship(</a:t>
            </a:r>
            <a:r>
              <a:rPr 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'Transaction'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back_populates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payment_method</a:t>
            </a:r>
            <a:r>
              <a:rPr 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user_map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{u.name: </a:t>
            </a:r>
            <a:r>
              <a:rPr lang="en-US" sz="14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u.user_id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9723B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u </a:t>
            </a:r>
            <a:r>
              <a:rPr lang="en-US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session.query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(User)}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method_map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</a:t>
            </a:r>
            <a:r>
              <a:rPr lang="en-US" sz="14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m.method_name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4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m.method_id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9723B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 </a:t>
            </a:r>
            <a:r>
              <a:rPr lang="en-US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session.query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PaymentMethod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)}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b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Transaction(</a:t>
            </a:r>
            <a:r>
              <a:rPr lang="en-US" sz="14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user_id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user_map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'Alice'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sz="14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method_id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method_map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'Credit Card'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amount=</a:t>
            </a:r>
            <a:r>
              <a:rPr lang="en-US" sz="1400" b="0">
                <a:solidFill>
                  <a:srgbClr val="116644"/>
                </a:solidFill>
                <a:effectLst/>
                <a:latin typeface="Consolas" panose="020B0609020204030204" pitchFamily="49" charset="0"/>
              </a:rPr>
              <a:t>25.00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400">
              <a:latin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0AF28-DD85-0AE1-BE6E-F4E403411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2A080-DA64-4F5C-9131-47EB793B4410}" type="slidenum">
              <a:rPr lang="en-GB" noProof="0" smtClean="0"/>
              <a:pPr/>
              <a:t>33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5009968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5DC5D-18EC-2FCF-FABB-94ED2E487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Geologica"/>
              </a:rPr>
              <a:t>Many-to-many relationship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1B08A7-4AF6-5A3A-9051-FC006657859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39801" y="1076473"/>
            <a:ext cx="10515599" cy="6340327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user_roles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Table(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user_roles</a:t>
            </a:r>
            <a:r>
              <a:rPr lang="en-US" sz="12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Base.metadata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Column(</a:t>
            </a:r>
            <a:r>
              <a:rPr lang="en-US" sz="12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user_id</a:t>
            </a:r>
            <a:r>
              <a:rPr lang="en-US" sz="12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Integer, </a:t>
            </a:r>
            <a:r>
              <a:rPr lang="en-US" sz="12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ForeignKey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users.user_id</a:t>
            </a:r>
            <a:r>
              <a:rPr lang="en-US" sz="12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2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primary_key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Column(</a:t>
            </a:r>
            <a:r>
              <a:rPr lang="en-US" sz="12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role_id</a:t>
            </a:r>
            <a:r>
              <a:rPr lang="en-US" sz="12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Integer, </a:t>
            </a:r>
            <a:r>
              <a:rPr lang="en-US" sz="12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ForeignKey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roles.role_id</a:t>
            </a:r>
            <a:r>
              <a:rPr lang="en-US" sz="12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2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primary_key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) 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257693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>
                <a:solidFill>
                  <a:srgbClr val="257693"/>
                </a:solidFill>
                <a:effectLst/>
                <a:latin typeface="Consolas" panose="020B0609020204030204" pitchFamily="49" charset="0"/>
              </a:rPr>
              <a:t>Base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__</a:t>
            </a:r>
            <a:r>
              <a:rPr lang="en-US" sz="12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tablename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__ = </a:t>
            </a:r>
            <a:r>
              <a:rPr lang="en-US" sz="12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'users'</a:t>
            </a:r>
            <a:endParaRPr lang="en-US" sz="12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</a:t>
            </a:r>
            <a:r>
              <a:rPr lang="en-US" sz="12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user_id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Column(Integer, </a:t>
            </a:r>
            <a:r>
              <a:rPr lang="en-US" sz="12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primary_key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name = Column(String(</a:t>
            </a:r>
            <a:r>
              <a:rPr lang="en-US" sz="1200" b="0">
                <a:solidFill>
                  <a:srgbClr val="116644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nullable=</a:t>
            </a:r>
            <a:r>
              <a:rPr lang="en-US" sz="12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email = Column(String(</a:t>
            </a:r>
            <a:r>
              <a:rPr lang="en-US" sz="1200" b="0">
                <a:solidFill>
                  <a:srgbClr val="116644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unique=</a:t>
            </a:r>
            <a:r>
              <a:rPr lang="en-US" sz="12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nullable=</a:t>
            </a:r>
            <a:r>
              <a:rPr lang="en-US" sz="12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roles = relationship(</a:t>
            </a:r>
            <a:r>
              <a:rPr lang="en-US" sz="12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'Role'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secondary=</a:t>
            </a:r>
            <a:r>
              <a:rPr lang="en-US" sz="12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user_roles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back_populates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'users’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endParaRPr lang="en-US" sz="12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257693"/>
                </a:solidFill>
                <a:effectLst/>
                <a:latin typeface="Consolas" panose="020B0609020204030204" pitchFamily="49" charset="0"/>
              </a:rPr>
              <a:t>Role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>
                <a:solidFill>
                  <a:srgbClr val="257693"/>
                </a:solidFill>
                <a:effectLst/>
                <a:latin typeface="Consolas" panose="020B0609020204030204" pitchFamily="49" charset="0"/>
              </a:rPr>
              <a:t>Base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__</a:t>
            </a:r>
            <a:r>
              <a:rPr lang="en-US" sz="12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tablename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__ = </a:t>
            </a:r>
            <a:r>
              <a:rPr lang="en-US" sz="12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'roles'</a:t>
            </a:r>
            <a:endParaRPr lang="en-US" sz="12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role_id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Column(Integer, </a:t>
            </a:r>
            <a:r>
              <a:rPr lang="en-US" sz="12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primary_key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name = Column(String(</a:t>
            </a:r>
            <a:r>
              <a:rPr lang="en-US" sz="1200" b="0">
                <a:solidFill>
                  <a:srgbClr val="116644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unique=</a:t>
            </a:r>
            <a:r>
              <a:rPr lang="en-US" sz="12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nullable=</a:t>
            </a:r>
            <a:r>
              <a:rPr lang="en-US" sz="12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users = relationship(</a:t>
            </a:r>
            <a:r>
              <a:rPr lang="en-US" sz="12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'User'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secondary=</a:t>
            </a:r>
            <a:r>
              <a:rPr lang="en-US" sz="12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user_roles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back_populates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'roles'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admin = Role(name=</a:t>
            </a:r>
            <a:r>
              <a:rPr lang="en-US" sz="12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'Admin'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editor = Role(name=</a:t>
            </a:r>
            <a:r>
              <a:rPr lang="en-US" sz="12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'Editor'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viewer = Role(name=</a:t>
            </a:r>
            <a:r>
              <a:rPr lang="en-US" sz="12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'Viewer'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User(name=</a:t>
            </a:r>
            <a:r>
              <a:rPr lang="en-US" sz="12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'George'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email=</a:t>
            </a:r>
            <a:r>
              <a:rPr lang="en-US" sz="12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'george@example.com'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User(name=</a:t>
            </a:r>
            <a:r>
              <a:rPr lang="en-US" sz="12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'Hannah'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email=</a:t>
            </a:r>
            <a:r>
              <a:rPr lang="en-US" sz="12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'hannah@example.com'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roles=[editor])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User(name=</a:t>
            </a:r>
            <a:r>
              <a:rPr lang="en-US" sz="12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'Ivan'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email=</a:t>
            </a:r>
            <a:r>
              <a:rPr lang="en-US" sz="12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'ivan@example.com'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roles=[viewer, admin, editor])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200">
              <a:latin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2A435E-156C-CFA8-0C34-58CE85728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2A080-DA64-4F5C-9131-47EB793B4410}" type="slidenum">
              <a:rPr lang="en-GB" noProof="0" smtClean="0"/>
              <a:pPr/>
              <a:t>34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5568694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3D542-9AC7-614C-4C85-B5E1195C4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Join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F9B4A7-005B-410E-CED6-A4427695EB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29641" y="1185426"/>
            <a:ext cx="8803639" cy="5028361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>
                <a:solidFill>
                  <a:srgbClr val="6A5221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"--- Transactions with users and payment methods ---"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results = </a:t>
            </a:r>
            <a:r>
              <a:rPr lang="en-US" sz="14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session.query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Transaction.transaction_id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User.name.label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user_name</a:t>
            </a:r>
            <a:r>
              <a:rPr 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PaymentMethod.method_name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Transaction.amount</a:t>
            </a:r>
            <a:endParaRPr lang="en-US" sz="14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).join(User).join(</a:t>
            </a:r>
            <a:r>
              <a:rPr lang="en-US" sz="14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PaymentMethod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sz="1400" b="0">
                <a:solidFill>
                  <a:srgbClr val="6A5221"/>
                </a:solidFill>
                <a:effectLst/>
                <a:latin typeface="Consolas" panose="020B0609020204030204" pitchFamily="49" charset="0"/>
              </a:rPr>
              <a:t>all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endParaRPr lang="en-US" sz="14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>
                <a:solidFill>
                  <a:srgbClr val="9723B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row </a:t>
            </a:r>
            <a:r>
              <a:rPr lang="en-US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results: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>
                <a:solidFill>
                  <a:srgbClr val="6A5221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(row)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endParaRPr lang="en-US" sz="14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>
                <a:solidFill>
                  <a:srgbClr val="6A5221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"--- LEFT OUTER JOIN: All users and roles (if any) ---"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results = </a:t>
            </a:r>
            <a:r>
              <a:rPr lang="en-US" sz="14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session.query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User.name.label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user_name</a:t>
            </a:r>
            <a:r>
              <a:rPr 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Role.name.label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role_name</a:t>
            </a:r>
            <a:r>
              <a:rPr 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sz="14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select_from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User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sz="14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outerjoin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user_roles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sz="14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outerjoin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(Role).</a:t>
            </a:r>
            <a:r>
              <a:rPr lang="en-US" sz="14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order_by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(User.name).</a:t>
            </a:r>
            <a:r>
              <a:rPr lang="en-US" sz="1400" b="0">
                <a:solidFill>
                  <a:srgbClr val="6A5221"/>
                </a:solidFill>
                <a:effectLst/>
                <a:latin typeface="Consolas" panose="020B0609020204030204" pitchFamily="49" charset="0"/>
              </a:rPr>
              <a:t>all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>
                <a:solidFill>
                  <a:srgbClr val="9723B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user_name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role_name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results: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>
                <a:solidFill>
                  <a:srgbClr val="6A5221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4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user_name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→ 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4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role_name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or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'No Role'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400">
              <a:latin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C9CAFC-F20E-BED4-EE2C-5E569DA12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2A080-DA64-4F5C-9131-47EB793B4410}" type="slidenum">
              <a:rPr lang="en-GB" noProof="0" smtClean="0"/>
              <a:pPr/>
              <a:t>35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2389724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FE8B4-0A1F-C9C0-EAC8-5B51A4F5B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8E1F0-E684-5573-C859-EC0F75795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Join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BC2083-548F-54CF-7678-6616FC19E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2A080-DA64-4F5C-9131-47EB793B4410}" type="slidenum">
              <a:rPr lang="en-GB" noProof="0" smtClean="0"/>
              <a:pPr/>
              <a:t>36</a:t>
            </a:fld>
            <a:endParaRPr lang="en-GB" noProof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AC6C1CD-6E79-5E00-0FDE-F5EDB71EAE92}"/>
              </a:ext>
            </a:extLst>
          </p:cNvPr>
          <p:cNvSpPr txBox="1">
            <a:spLocks/>
          </p:cNvSpPr>
          <p:nvPr/>
        </p:nvSpPr>
        <p:spPr>
          <a:xfrm>
            <a:off x="1071062" y="1416212"/>
            <a:ext cx="10084618" cy="40255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332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 baseline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50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Geologica" pitchFamily="2" charset="0"/>
                <a:ea typeface="+mn-ea"/>
                <a:cs typeface="+mn-cs"/>
              </a:defRPr>
            </a:lvl2pPr>
            <a:lvl3pPr marL="1142914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i="0" kern="1200" baseline="0">
                <a:solidFill>
                  <a:schemeClr val="tx1"/>
                </a:solidFill>
                <a:latin typeface="DM Sans 14pt" pitchFamily="2" charset="77"/>
                <a:ea typeface="+mn-ea"/>
                <a:cs typeface="+mn-cs"/>
              </a:defRPr>
            </a:lvl3pPr>
            <a:lvl4pPr marL="1600080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 baseline="0">
                <a:solidFill>
                  <a:schemeClr val="tx1"/>
                </a:solidFill>
                <a:latin typeface="DM Sans 14pt" pitchFamily="2" charset="77"/>
                <a:ea typeface="+mn-ea"/>
                <a:cs typeface="+mn-cs"/>
              </a:defRPr>
            </a:lvl4pPr>
            <a:lvl5pPr marL="2057247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1" i="0" kern="1200" baseline="0">
                <a:solidFill>
                  <a:schemeClr val="tx1"/>
                </a:solidFill>
                <a:latin typeface="DM Sans 14pt" pitchFamily="2" charset="77"/>
                <a:ea typeface="+mn-ea"/>
                <a:cs typeface="+mn-cs"/>
              </a:defRPr>
            </a:lvl5pPr>
            <a:lvl6pPr marL="2514412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78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44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10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1"/>
                </a:solidFill>
              </a:rPr>
              <a:t>Difference between </a:t>
            </a:r>
            <a:r>
              <a:rPr lang="en-US" sz="1800">
                <a:solidFill>
                  <a:srgbClr val="8888C6"/>
                </a:solidFill>
                <a:latin typeface="Consolas"/>
              </a:rPr>
              <a:t>.join() </a:t>
            </a:r>
            <a:r>
              <a:rPr lang="en-US" sz="1800">
                <a:solidFill>
                  <a:schemeClr val="tx1"/>
                </a:solidFill>
              </a:rPr>
              <a:t>and</a:t>
            </a:r>
            <a:r>
              <a:rPr lang="en-US" sz="1800">
                <a:solidFill>
                  <a:srgbClr val="8888C6"/>
                </a:solidFill>
                <a:latin typeface="Consolas"/>
              </a:rPr>
              <a:t> .</a:t>
            </a:r>
            <a:r>
              <a:rPr lang="en-US" sz="1800" err="1">
                <a:solidFill>
                  <a:srgbClr val="8888C6"/>
                </a:solidFill>
                <a:latin typeface="Consolas"/>
              </a:rPr>
              <a:t>outerjoin</a:t>
            </a:r>
            <a:r>
              <a:rPr lang="en-US" sz="1800">
                <a:solidFill>
                  <a:srgbClr val="8888C6"/>
                </a:solidFill>
                <a:latin typeface="Consolas"/>
              </a:rPr>
              <a:t>()</a:t>
            </a:r>
            <a:endParaRPr lang="en-US" sz="180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/>
              <a:t>join(): includes only matching rows from both tables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err="1"/>
              <a:t>outerjoin</a:t>
            </a:r>
            <a:r>
              <a:rPr lang="en-US" sz="1800"/>
              <a:t>(): includes all rows from the left table (right if you switch the tables) and all rows from right,    null if nonexistent</a:t>
            </a:r>
          </a:p>
        </p:txBody>
      </p:sp>
    </p:spTree>
    <p:extLst>
      <p:ext uri="{BB962C8B-B14F-4D97-AF65-F5344CB8AC3E}">
        <p14:creationId xmlns:p14="http://schemas.microsoft.com/office/powerpoint/2010/main" val="22251289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CAE2E4-F933-375B-8754-011A5241C3E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356350"/>
            <a:ext cx="11795125" cy="365125"/>
          </a:xfrm>
        </p:spPr>
        <p:txBody>
          <a:bodyPr/>
          <a:lstStyle/>
          <a:p>
            <a:fld id="{DDD2A080-DA64-4F5C-9131-47EB793B4410}" type="slidenum">
              <a:rPr lang="en-GB" noProof="0" smtClean="0"/>
              <a:pPr/>
              <a:t>37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93008372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414bd25e5017ceaaad3f34aedab9af557414849"/>
</p:tagLst>
</file>

<file path=ppt/theme/theme1.xml><?xml version="1.0" encoding="utf-8"?>
<a:theme xmlns:a="http://schemas.openxmlformats.org/drawingml/2006/main" name="Templates">
  <a:themeElements>
    <a:clrScheme name="Levi9">
      <a:dk1>
        <a:srgbClr val="090909"/>
      </a:dk1>
      <a:lt1>
        <a:srgbClr val="FFFFFF"/>
      </a:lt1>
      <a:dk2>
        <a:srgbClr val="202046"/>
      </a:dk2>
      <a:lt2>
        <a:srgbClr val="F8F8F8"/>
      </a:lt2>
      <a:accent1>
        <a:srgbClr val="0528A0"/>
      </a:accent1>
      <a:accent2>
        <a:srgbClr val="113BC3"/>
      </a:accent2>
      <a:accent3>
        <a:srgbClr val="456DF0"/>
      </a:accent3>
      <a:accent4>
        <a:srgbClr val="D1DBFB"/>
      </a:accent4>
      <a:accent5>
        <a:srgbClr val="EFF3FF"/>
      </a:accent5>
      <a:accent6>
        <a:srgbClr val="FF6608"/>
      </a:accent6>
      <a:hlink>
        <a:srgbClr val="456DF0"/>
      </a:hlink>
      <a:folHlink>
        <a:srgbClr val="363660"/>
      </a:folHlink>
    </a:clrScheme>
    <a:fontScheme name="Custom 1">
      <a:majorFont>
        <a:latin typeface="Geologica"/>
        <a:ea typeface=""/>
        <a:cs typeface=""/>
      </a:majorFont>
      <a:minorFont>
        <a:latin typeface="DM Sans 14p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0B0F0"/>
        </a:solidFill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lIns="91440" tIns="45720" rIns="91440" bIns="45720" rtlCol="0" anchor="ctr">
        <a:no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Levi9 2017">
      <a:dk1>
        <a:srgbClr val="706F6F"/>
      </a:dk1>
      <a:lt1>
        <a:sysClr val="window" lastClr="FFFFFF"/>
      </a:lt1>
      <a:dk2>
        <a:srgbClr val="1434A0"/>
      </a:dk2>
      <a:lt2>
        <a:srgbClr val="D4D2D2"/>
      </a:lt2>
      <a:accent1>
        <a:srgbClr val="1434A0"/>
      </a:accent1>
      <a:accent2>
        <a:srgbClr val="FFFFFF"/>
      </a:accent2>
      <a:accent3>
        <a:srgbClr val="004F9F"/>
      </a:accent3>
      <a:accent4>
        <a:srgbClr val="0069B4"/>
      </a:accent4>
      <a:accent5>
        <a:srgbClr val="0080C9"/>
      </a:accent5>
      <a:accent6>
        <a:srgbClr val="0095DB"/>
      </a:accent6>
      <a:hlink>
        <a:srgbClr val="0563C1"/>
      </a:hlink>
      <a:folHlink>
        <a:srgbClr val="954F72"/>
      </a:folHlink>
    </a:clrScheme>
    <a:fontScheme name="Levi9">
      <a:majorFont>
        <a:latin typeface="Tw Cen MT"/>
        <a:ea typeface=""/>
        <a:cs typeface=""/>
      </a:majorFont>
      <a:minorFont>
        <a:latin typeface="Tw Cen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Levi9 2017">
      <a:dk1>
        <a:srgbClr val="706F6F"/>
      </a:dk1>
      <a:lt1>
        <a:sysClr val="window" lastClr="FFFFFF"/>
      </a:lt1>
      <a:dk2>
        <a:srgbClr val="1434A0"/>
      </a:dk2>
      <a:lt2>
        <a:srgbClr val="D4D2D2"/>
      </a:lt2>
      <a:accent1>
        <a:srgbClr val="1434A0"/>
      </a:accent1>
      <a:accent2>
        <a:srgbClr val="FFFFFF"/>
      </a:accent2>
      <a:accent3>
        <a:srgbClr val="004F9F"/>
      </a:accent3>
      <a:accent4>
        <a:srgbClr val="0069B4"/>
      </a:accent4>
      <a:accent5>
        <a:srgbClr val="0080C9"/>
      </a:accent5>
      <a:accent6>
        <a:srgbClr val="0095DB"/>
      </a:accent6>
      <a:hlink>
        <a:srgbClr val="0563C1"/>
      </a:hlink>
      <a:folHlink>
        <a:srgbClr val="954F72"/>
      </a:folHlink>
    </a:clrScheme>
    <a:fontScheme name="Levi9">
      <a:majorFont>
        <a:latin typeface="Tw Cen MT"/>
        <a:ea typeface=""/>
        <a:cs typeface=""/>
      </a:majorFont>
      <a:minorFont>
        <a:latin typeface="Tw Cen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b2e8062a-376b-4e0c-b446-da0ec35927d5">
      <UserInfo>
        <DisplayName>Dario Djurica</DisplayName>
        <AccountId>31</AccountId>
        <AccountType/>
      </UserInfo>
      <UserInfo>
        <DisplayName>Dragan Gajic</DisplayName>
        <AccountId>32</AccountId>
        <AccountType/>
      </UserInfo>
      <UserInfo>
        <DisplayName>SP-Romania-Contributors</DisplayName>
        <AccountId>33</AccountId>
        <AccountType/>
      </UserInfo>
      <UserInfo>
        <DisplayName>SP-Romania-Readers</DisplayName>
        <AccountId>34</AccountId>
        <AccountType/>
      </UserInfo>
      <UserInfo>
        <DisplayName>SP-Romania-Designers</DisplayName>
        <AccountId>35</AccountId>
        <AccountType/>
      </UserInfo>
      <UserInfo>
        <DisplayName>SP-Romania-Administrators</DisplayName>
        <AccountId>36</AccountId>
        <AccountType/>
      </UserInfo>
      <UserInfo>
        <DisplayName>Pavel Chunyayev</DisplayName>
        <AccountId>39</AccountId>
        <AccountType/>
      </UserInfo>
      <UserInfo>
        <DisplayName>Razvan Mereuta</DisplayName>
        <AccountId>397</AccountId>
        <AccountType/>
      </UserInfo>
      <UserInfo>
        <DisplayName>Iustinian Dominte</DisplayName>
        <AccountId>58</AccountId>
        <AccountType/>
      </UserInfo>
      <UserInfo>
        <DisplayName>Eliza Gabor</DisplayName>
        <AccountId>606</AccountId>
        <AccountType/>
      </UserInfo>
    </SharedWithUsers>
    <_dlc_DocId xmlns="b2e8062a-376b-4e0c-b446-da0ec35927d5">Z4JFQQHMX3K3-1979690901-74664</_dlc_DocId>
    <_dlc_DocIdUrl xmlns="b2e8062a-376b-4e0c-b446-da0ec35927d5">
      <Url>https://levi9.sharepoint.com/sites/Romania/management/_layouts/15/DocIdRedir.aspx?ID=Z4JFQQHMX3K3-1979690901-74664</Url>
      <Description>Z4JFQQHMX3K3-1979690901-74664</Description>
    </_dlc_DocIdUrl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F589874E1A4644383C5F3FAEFF460AD" ma:contentTypeVersion="42" ma:contentTypeDescription="Create a new document." ma:contentTypeScope="" ma:versionID="43ad862d83fb72f1e97f6e611ae24ec4">
  <xsd:schema xmlns:xsd="http://www.w3.org/2001/XMLSchema" xmlns:xs="http://www.w3.org/2001/XMLSchema" xmlns:p="http://schemas.microsoft.com/office/2006/metadata/properties" xmlns:ns2="b2e8062a-376b-4e0c-b446-da0ec35927d5" xmlns:ns3="a8bd8d49-e66c-427e-ac0f-ce6774b89a11" targetNamespace="http://schemas.microsoft.com/office/2006/metadata/properties" ma:root="true" ma:fieldsID="874eaaff8c75c6a98c03678f5acd3e07" ns2:_="" ns3:_="">
    <xsd:import namespace="b2e8062a-376b-4e0c-b446-da0ec35927d5"/>
    <xsd:import namespace="a8bd8d49-e66c-427e-ac0f-ce6774b89a11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e8062a-376b-4e0c-b446-da0ec35927d5" elementFormDefault="qualified">
    <xsd:import namespace="http://schemas.microsoft.com/office/2006/documentManagement/types"/>
    <xsd:import namespace="http://schemas.microsoft.com/office/infopath/2007/PartnerControls"/>
    <xsd:element name="_dlc_DocId" ma:index="4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5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6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13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bd8d49-e66c-427e-ac0f-ce6774b89a1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5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6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9" nillable="true" ma:displayName="Tags" ma:internalName="MediaServiceAutoTags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3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7" ma:displayName="Content Typ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2859A2B-234A-4535-83E4-8A175AFA8ACA}">
  <ds:schemaRefs>
    <ds:schemaRef ds:uri="a8bd8d49-e66c-427e-ac0f-ce6774b89a11"/>
    <ds:schemaRef ds:uri="b2e8062a-376b-4e0c-b446-da0ec35927d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404E6DA1-DBEF-4C5E-B4D2-96E14E256CD4}">
  <ds:schemaRefs>
    <ds:schemaRef ds:uri="a8bd8d49-e66c-427e-ac0f-ce6774b89a11"/>
    <ds:schemaRef ds:uri="b2e8062a-376b-4e0c-b446-da0ec35927d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E2345E1-2921-4B86-A240-A0DAD32E122B}">
  <ds:schemaRefs>
    <ds:schemaRef ds:uri="http://schemas.microsoft.com/sharepoint/events"/>
    <ds:schemaRef ds:uri="http://www.w3.org/2000/xmlns/"/>
  </ds:schemaRefs>
</ds:datastoreItem>
</file>

<file path=customXml/itemProps4.xml><?xml version="1.0" encoding="utf-8"?>
<ds:datastoreItem xmlns:ds="http://schemas.openxmlformats.org/officeDocument/2006/customXml" ds:itemID="{9E47D7C1-C5A5-426B-88D7-230A9A77E20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40758481-7365-442c-ae94-563ed1606218}" enabled="0" method="" siteId="{40758481-7365-442c-ae94-563ed160621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ING_PP_Template_16x9_09042015</Template>
  <Application>Microsoft Office PowerPoint</Application>
  <PresentationFormat>Widescreen</PresentationFormat>
  <Slides>37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>Templates</vt:lpstr>
      <vt:lpstr>SQL with Python</vt:lpstr>
      <vt:lpstr>What is SQL?</vt:lpstr>
      <vt:lpstr>What is SQL?</vt:lpstr>
      <vt:lpstr>What is a relational DB?</vt:lpstr>
      <vt:lpstr>Data types in SQL</vt:lpstr>
      <vt:lpstr>Creating a table and adding items (Create)</vt:lpstr>
      <vt:lpstr>Querying (Reading)</vt:lpstr>
      <vt:lpstr>Updating and Deleting</vt:lpstr>
      <vt:lpstr>Filtering</vt:lpstr>
      <vt:lpstr>Filtering</vt:lpstr>
      <vt:lpstr>Ordering</vt:lpstr>
      <vt:lpstr>Ordering</vt:lpstr>
      <vt:lpstr>Grouping and Aggregation</vt:lpstr>
      <vt:lpstr>Limiting</vt:lpstr>
      <vt:lpstr>Constraints</vt:lpstr>
      <vt:lpstr>Constraints</vt:lpstr>
      <vt:lpstr>Constraints</vt:lpstr>
      <vt:lpstr>Relationship types between tables</vt:lpstr>
      <vt:lpstr>Relationship types between tables</vt:lpstr>
      <vt:lpstr>Relationship types between tables</vt:lpstr>
      <vt:lpstr>Joining Tables</vt:lpstr>
      <vt:lpstr>Joining Tables</vt:lpstr>
      <vt:lpstr>Inner Join</vt:lpstr>
      <vt:lpstr>Left Join and Right Join</vt:lpstr>
      <vt:lpstr>Full Join</vt:lpstr>
      <vt:lpstr>What is SQLAlchemy</vt:lpstr>
      <vt:lpstr>Basics of SQLAlchemy</vt:lpstr>
      <vt:lpstr>Basics of SQLAlchemy</vt:lpstr>
      <vt:lpstr>Basics of SQLAlchemy</vt:lpstr>
      <vt:lpstr>Basics of SQLAlchemy</vt:lpstr>
      <vt:lpstr>Filtering</vt:lpstr>
      <vt:lpstr>Order &amp; Limit</vt:lpstr>
      <vt:lpstr>One-to-many relationship</vt:lpstr>
      <vt:lpstr>Many-to-many relationship</vt:lpstr>
      <vt:lpstr>Join</vt:lpstr>
      <vt:lpstr>Join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Version 24 October 2017</dc:title>
  <dc:creator>CAV Multimedia</dc:creator>
  <cp:keywords>Levi 9 2017 PPT [16x9 Reference]</cp:keywords>
  <cp:revision>12</cp:revision>
  <dcterms:created xsi:type="dcterms:W3CDTF">2015-04-09T14:12:58Z</dcterms:created>
  <dcterms:modified xsi:type="dcterms:W3CDTF">2025-08-06T11:42:07Z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_dlc_DocIdItemGuid">
    <vt:lpwstr>82cfb54b-4b00-4350-bd51-cb06e528c71d</vt:lpwstr>
  </property>
  <property fmtid="{D5CDD505-2E9C-101B-9397-08002B2CF9AE}" pid="4" name="ContentTypeId">
    <vt:lpwstr>0x010100EF589874E1A4644383C5F3FAEFF460AD</vt:lpwstr>
  </property>
</Properties>
</file>