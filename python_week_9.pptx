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Consolas" panose="020B0609020204030204" pitchFamily="49" charset="0"/>
      <p:regular r:id="rId19"/>
      <p:bold r:id="rId20"/>
      <p:italic r:id="rId21"/>
      <p:boldItalic r:id="rId22"/>
    </p:embeddedFont>
    <p:embeddedFont>
      <p:font typeface="DM Sans" pitchFamily="2" charset="77"/>
      <p:regular r:id="rId23"/>
      <p:bold r:id="rId24"/>
      <p:italic r:id="rId25"/>
      <p:boldItalic r:id="rId26"/>
    </p:embeddedFont>
    <p:embeddedFont>
      <p:font typeface="Geologica" pitchFamily="2" charset="0"/>
      <p:regular r:id="rId27"/>
      <p:bold r:id="rId28"/>
    </p:embeddedFont>
    <p:embeddedFont>
      <p:font typeface="Geologica Light" pitchFamily="2" charset="0"/>
      <p:regular r:id="rId29"/>
      <p:bold r:id="rId30"/>
    </p:embeddedFont>
    <p:embeddedFont>
      <p:font typeface="Geologica Medium" pitchFamily="2"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ae3c0c138_0_1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g36ae3c0c138_0_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6ae3c0c138_0_1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g36ae3c0c138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72c9e33c65_1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g372c9e33c65_1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72c9e33c65_1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372c9e33c65_1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72c9e33c65_1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g372c9e33c65_1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ae3c0c138_0_2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36ae3c0c138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72cfebd201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g372cfebd201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72cfebd201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g372cfebd201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6ae3c0c138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6ae3c0c138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g36ae3c0c138_0_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 Dark">
  <p:cSld name="1_Title - Dark">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
          <p:cNvSpPr/>
          <p:nvPr/>
        </p:nvSpPr>
        <p:spPr>
          <a:xfrm>
            <a:off x="0" y="0"/>
            <a:ext cx="12192000" cy="6858000"/>
          </a:xfrm>
          <a:prstGeom prst="rect">
            <a:avLst/>
          </a:prstGeom>
          <a:gradFill>
            <a:gsLst>
              <a:gs pos="0">
                <a:srgbClr val="171734"/>
              </a:gs>
              <a:gs pos="100000">
                <a:srgbClr val="021450"/>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15" name="Google Shape;15;p2"/>
          <p:cNvPicPr preferRelativeResize="0"/>
          <p:nvPr/>
        </p:nvPicPr>
        <p:blipFill rotWithShape="1">
          <a:blip r:embed="rId3">
            <a:alphaModFix/>
          </a:blip>
          <a:srcRect l="-7243" t="5698" r="5419" b="27692"/>
          <a:stretch/>
        </p:blipFill>
        <p:spPr>
          <a:xfrm>
            <a:off x="3447052" y="0"/>
            <a:ext cx="8744948" cy="6858000"/>
          </a:xfrm>
          <a:prstGeom prst="rect">
            <a:avLst/>
          </a:prstGeom>
          <a:noFill/>
          <a:ln>
            <a:noFill/>
          </a:ln>
        </p:spPr>
      </p:pic>
      <p:sp>
        <p:nvSpPr>
          <p:cNvPr id="16" name="Google Shape;16;p2"/>
          <p:cNvSpPr/>
          <p:nvPr/>
        </p:nvSpPr>
        <p:spPr>
          <a:xfrm>
            <a:off x="-8282" y="0"/>
            <a:ext cx="12192000" cy="6858000"/>
          </a:xfrm>
          <a:prstGeom prst="rect">
            <a:avLst/>
          </a:prstGeom>
          <a:gradFill>
            <a:gsLst>
              <a:gs pos="0">
                <a:srgbClr val="00061B">
                  <a:alpha val="99607"/>
                </a:srgbClr>
              </a:gs>
              <a:gs pos="100000">
                <a:srgbClr val="171734">
                  <a:alpha val="0"/>
                </a:srgbClr>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7" name="Google Shape;17;p2"/>
          <p:cNvSpPr txBox="1">
            <a:spLocks noGrp="1"/>
          </p:cNvSpPr>
          <p:nvPr>
            <p:ph type="ctrTitle"/>
          </p:nvPr>
        </p:nvSpPr>
        <p:spPr>
          <a:xfrm>
            <a:off x="785193" y="5138527"/>
            <a:ext cx="10605051" cy="705679"/>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lt1"/>
              </a:buClr>
              <a:buSzPts val="5400"/>
              <a:buFont typeface="Geologica"/>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p:nvPr/>
        </p:nvSpPr>
        <p:spPr>
          <a:xfrm>
            <a:off x="879285" y="4771827"/>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9" name="Google Shape;19;p2"/>
          <p:cNvSpPr txBox="1">
            <a:spLocks noGrp="1"/>
          </p:cNvSpPr>
          <p:nvPr>
            <p:ph type="subTitle" idx="1"/>
          </p:nvPr>
        </p:nvSpPr>
        <p:spPr>
          <a:xfrm>
            <a:off x="785193" y="4374355"/>
            <a:ext cx="10605051" cy="37361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0" name="Google Shape;20;p2"/>
          <p:cNvPicPr preferRelativeResize="0"/>
          <p:nvPr/>
        </p:nvPicPr>
        <p:blipFill rotWithShape="1">
          <a:blip r:embed="rId4">
            <a:alphaModFix/>
          </a:blip>
          <a:srcRect/>
          <a:stretch/>
        </p:blipFill>
        <p:spPr>
          <a:xfrm>
            <a:off x="785192" y="758129"/>
            <a:ext cx="1094400" cy="547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sic content">
  <p:cSld name="Basic content">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734"/>
              </a:buClr>
              <a:buSzPts val="2000"/>
              <a:buFont typeface="Geologica"/>
              <a:buNone/>
              <a:defRPr sz="2000">
                <a:solidFill>
                  <a:srgbClr val="17173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4" name="Google Shape;24;p3"/>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5" name="Google Shape;25;p3"/>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6" name="Google Shape;26;p3"/>
          <p:cNvSpPr txBox="1">
            <a:spLocks noGrp="1"/>
          </p:cNvSpPr>
          <p:nvPr>
            <p:ph type="body" idx="1"/>
          </p:nvPr>
        </p:nvSpPr>
        <p:spPr>
          <a:xfrm>
            <a:off x="838201" y="1327994"/>
            <a:ext cx="10515599" cy="402557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rgbClr val="171734"/>
              </a:buClr>
              <a:buSzPts val="1600"/>
              <a:buNone/>
              <a:defRPr sz="1600">
                <a:solidFill>
                  <a:srgbClr val="171734"/>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2"/>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2"/>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2"/>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2"/>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2"/>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2"/>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2"/>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2"/>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2"/>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29" name="Google Shape;29;p3"/>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0" name="Google Shape;30;p3"/>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1" name="Google Shape;31;p3"/>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32" name="Google Shape;32;p3"/>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 Dark">
  <p:cSld name="Section - Dark">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4"/>
          <p:cNvSpPr/>
          <p:nvPr/>
        </p:nvSpPr>
        <p:spPr>
          <a:xfrm>
            <a:off x="0" y="0"/>
            <a:ext cx="12192000" cy="6858000"/>
          </a:xfrm>
          <a:prstGeom prst="rect">
            <a:avLst/>
          </a:prstGeom>
          <a:solidFill>
            <a:srgbClr val="171734"/>
          </a:soli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35" name="Google Shape;35;p4"/>
          <p:cNvPicPr preferRelativeResize="0"/>
          <p:nvPr/>
        </p:nvPicPr>
        <p:blipFill rotWithShape="1">
          <a:blip r:embed="rId3">
            <a:alphaModFix/>
          </a:blip>
          <a:srcRect l="-7243" t="5698" r="5419" b="27692"/>
          <a:stretch/>
        </p:blipFill>
        <p:spPr>
          <a:xfrm>
            <a:off x="3447052" y="0"/>
            <a:ext cx="8744948" cy="6858000"/>
          </a:xfrm>
          <a:prstGeom prst="rect">
            <a:avLst/>
          </a:prstGeom>
          <a:noFill/>
          <a:ln>
            <a:noFill/>
          </a:ln>
        </p:spPr>
      </p:pic>
      <p:sp>
        <p:nvSpPr>
          <p:cNvPr id="36" name="Google Shape;36;p4"/>
          <p:cNvSpPr/>
          <p:nvPr/>
        </p:nvSpPr>
        <p:spPr>
          <a:xfrm>
            <a:off x="0" y="0"/>
            <a:ext cx="12192000" cy="6858000"/>
          </a:xfrm>
          <a:prstGeom prst="rect">
            <a:avLst/>
          </a:prstGeom>
          <a:gradFill>
            <a:gsLst>
              <a:gs pos="0">
                <a:srgbClr val="031E78">
                  <a:alpha val="0"/>
                </a:srgbClr>
              </a:gs>
              <a:gs pos="100000">
                <a:srgbClr val="0528A0">
                  <a:alpha val="16862"/>
                </a:srgbClr>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37" name="Google Shape;37;p4"/>
          <p:cNvSpPr txBox="1">
            <a:spLocks noGrp="1"/>
          </p:cNvSpPr>
          <p:nvPr>
            <p:ph type="ctrTitle"/>
          </p:nvPr>
        </p:nvSpPr>
        <p:spPr>
          <a:xfrm>
            <a:off x="785192" y="4836452"/>
            <a:ext cx="1358568" cy="99694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6400"/>
              <a:buFont typeface="Geologica"/>
              <a:buNone/>
              <a:defRPr sz="6400" b="0" i="0">
                <a:solidFill>
                  <a:schemeClr val="lt1"/>
                </a:solidFill>
                <a:latin typeface="Geologica"/>
                <a:ea typeface="Geologica"/>
                <a:cs typeface="Geologica"/>
                <a:sym typeface="Geologic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p:nvPr/>
        </p:nvSpPr>
        <p:spPr>
          <a:xfrm rot="10800000" flipH="1">
            <a:off x="2143760" y="4836450"/>
            <a:ext cx="25200" cy="99694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39" name="Google Shape;39;p4"/>
          <p:cNvPicPr preferRelativeResize="0"/>
          <p:nvPr/>
        </p:nvPicPr>
        <p:blipFill rotWithShape="1">
          <a:blip r:embed="rId4">
            <a:alphaModFix/>
          </a:blip>
          <a:srcRect/>
          <a:stretch/>
        </p:blipFill>
        <p:spPr>
          <a:xfrm>
            <a:off x="785193" y="771285"/>
            <a:ext cx="1102587" cy="544651"/>
          </a:xfrm>
          <a:prstGeom prst="rect">
            <a:avLst/>
          </a:prstGeom>
          <a:noFill/>
          <a:ln>
            <a:noFill/>
          </a:ln>
        </p:spPr>
      </p:pic>
      <p:sp>
        <p:nvSpPr>
          <p:cNvPr id="40" name="Google Shape;40;p4"/>
          <p:cNvSpPr txBox="1">
            <a:spLocks noGrp="1"/>
          </p:cNvSpPr>
          <p:nvPr>
            <p:ph type="body" idx="1"/>
          </p:nvPr>
        </p:nvSpPr>
        <p:spPr>
          <a:xfrm>
            <a:off x="2550381" y="4837114"/>
            <a:ext cx="6617475" cy="99695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3600"/>
              <a:buNone/>
              <a:defRPr sz="3600">
                <a:solidFill>
                  <a:schemeClr val="lt1"/>
                </a:solidFill>
              </a:defRPr>
            </a:lvl1pPr>
            <a:lvl2pPr marL="914400" lvl="1" indent="-355600" algn="l">
              <a:lnSpc>
                <a:spcPct val="90000"/>
              </a:lnSpc>
              <a:spcBef>
                <a:spcPts val="500"/>
              </a:spcBef>
              <a:spcAft>
                <a:spcPts val="0"/>
              </a:spcAft>
              <a:buClr>
                <a:schemeClr val="lt1"/>
              </a:buClr>
              <a:buSzPts val="2000"/>
              <a:buChar char="•"/>
              <a:defRPr>
                <a:solidFill>
                  <a:schemeClr val="lt1"/>
                </a:solidFill>
              </a:defRPr>
            </a:lvl2pPr>
            <a:lvl3pPr marL="1371600" lvl="2" indent="-342900" algn="l">
              <a:lnSpc>
                <a:spcPct val="90000"/>
              </a:lnSpc>
              <a:spcBef>
                <a:spcPts val="500"/>
              </a:spcBef>
              <a:spcAft>
                <a:spcPts val="0"/>
              </a:spcAft>
              <a:buClr>
                <a:schemeClr val="lt1"/>
              </a:buClr>
              <a:buSzPts val="1800"/>
              <a:buChar char="•"/>
              <a:defRPr>
                <a:solidFill>
                  <a:schemeClr val="lt1"/>
                </a:solidFill>
              </a:defRPr>
            </a:lvl3pPr>
            <a:lvl4pPr marL="1828800" lvl="3" indent="-330200" algn="l">
              <a:lnSpc>
                <a:spcPct val="90000"/>
              </a:lnSpc>
              <a:spcBef>
                <a:spcPts val="500"/>
              </a:spcBef>
              <a:spcAft>
                <a:spcPts val="0"/>
              </a:spcAft>
              <a:buClr>
                <a:schemeClr val="lt1"/>
              </a:buClr>
              <a:buSzPts val="1600"/>
              <a:buChar char="•"/>
              <a:defRPr>
                <a:solidFill>
                  <a:schemeClr val="lt1"/>
                </a:solidFill>
              </a:defRPr>
            </a:lvl4pPr>
            <a:lvl5pPr marL="2286000" lvl="4" indent="-330200" algn="l">
              <a:lnSpc>
                <a:spcPct val="90000"/>
              </a:lnSpc>
              <a:spcBef>
                <a:spcPts val="500"/>
              </a:spcBef>
              <a:spcAft>
                <a:spcPts val="0"/>
              </a:spcAft>
              <a:buClr>
                <a:schemeClr val="lt1"/>
              </a:buClr>
              <a:buSzPts val="16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tement">
  <p:cSld name="Statement">
    <p:bg>
      <p:bgPr>
        <a:solidFill>
          <a:schemeClr val="lt1"/>
        </a:solidFill>
        <a:effectLst/>
      </p:bgPr>
    </p:bg>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734"/>
              </a:buClr>
              <a:buSzPts val="2000"/>
              <a:buFont typeface="Geologica"/>
              <a:buNone/>
              <a:defRPr sz="2000">
                <a:solidFill>
                  <a:srgbClr val="17173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5"/>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44" name="Google Shape;44;p5"/>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45" name="Google Shape;45;p5"/>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46" name="Google Shape;46;p5"/>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47" name="Google Shape;47;p5"/>
          <p:cNvSpPr txBox="1">
            <a:spLocks noGrp="1"/>
          </p:cNvSpPr>
          <p:nvPr>
            <p:ph type="body" idx="1"/>
          </p:nvPr>
        </p:nvSpPr>
        <p:spPr>
          <a:xfrm>
            <a:off x="838200" y="2417157"/>
            <a:ext cx="10515600" cy="143517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dk1"/>
              </a:buClr>
              <a:buSzPts val="3600"/>
              <a:buNone/>
              <a:defRPr sz="3600" b="1" i="0">
                <a:latin typeface="Geologica"/>
                <a:ea typeface="Geologica"/>
                <a:cs typeface="Geologica"/>
                <a:sym typeface="Geologic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
          <p:cNvSpPr txBox="1">
            <a:spLocks noGrp="1"/>
          </p:cNvSpPr>
          <p:nvPr>
            <p:ph type="body" idx="2"/>
          </p:nvPr>
        </p:nvSpPr>
        <p:spPr>
          <a:xfrm>
            <a:off x="838200" y="3852333"/>
            <a:ext cx="10515600" cy="49953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dk1"/>
              </a:buClr>
              <a:buSzPts val="2000"/>
              <a:buNone/>
              <a:defRPr sz="2000" b="0" i="0">
                <a:latin typeface="Geologica"/>
                <a:ea typeface="Geologica"/>
                <a:cs typeface="Geologica"/>
                <a:sym typeface="Geologic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50" name="Google Shape;50;p5"/>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51" name="Google Shape;51;p5"/>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52" name="Google Shape;52;p5"/>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Blue">
  <p:cSld name="Title - Blue">
    <p:spTree>
      <p:nvGrpSpPr>
        <p:cNvPr id="1" name="Shape 53"/>
        <p:cNvGrpSpPr/>
        <p:nvPr/>
      </p:nvGrpSpPr>
      <p:grpSpPr>
        <a:xfrm>
          <a:off x="0" y="0"/>
          <a:ext cx="0" cy="0"/>
          <a:chOff x="0" y="0"/>
          <a:chExt cx="0" cy="0"/>
        </a:xfrm>
      </p:grpSpPr>
      <p:sp>
        <p:nvSpPr>
          <p:cNvPr id="54" name="Google Shape;54;p6"/>
          <p:cNvSpPr/>
          <p:nvPr/>
        </p:nvSpPr>
        <p:spPr>
          <a:xfrm>
            <a:off x="0" y="0"/>
            <a:ext cx="12192000" cy="6858000"/>
          </a:xfrm>
          <a:prstGeom prst="rect">
            <a:avLst/>
          </a:prstGeom>
          <a:gradFill>
            <a:gsLst>
              <a:gs pos="0">
                <a:srgbClr val="171734"/>
              </a:gs>
              <a:gs pos="86000">
                <a:schemeClr val="accent2"/>
              </a:gs>
              <a:gs pos="100000">
                <a:schemeClr val="accent2"/>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55" name="Google Shape;55;p6"/>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sp>
        <p:nvSpPr>
          <p:cNvPr id="56" name="Google Shape;56;p6"/>
          <p:cNvSpPr/>
          <p:nvPr/>
        </p:nvSpPr>
        <p:spPr>
          <a:xfrm>
            <a:off x="0" y="0"/>
            <a:ext cx="12192000" cy="6858000"/>
          </a:xfrm>
          <a:prstGeom prst="rect">
            <a:avLst/>
          </a:prstGeom>
          <a:gradFill>
            <a:gsLst>
              <a:gs pos="0">
                <a:srgbClr val="021450"/>
              </a:gs>
              <a:gs pos="100000">
                <a:srgbClr val="0528A0">
                  <a:alpha val="16862"/>
                </a:srgbClr>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57" name="Google Shape;57;p6"/>
          <p:cNvSpPr txBox="1">
            <a:spLocks noGrp="1"/>
          </p:cNvSpPr>
          <p:nvPr>
            <p:ph type="ctrTitle"/>
          </p:nvPr>
        </p:nvSpPr>
        <p:spPr>
          <a:xfrm>
            <a:off x="785193" y="5138527"/>
            <a:ext cx="10605051" cy="705679"/>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lt1"/>
              </a:buClr>
              <a:buSzPts val="5400"/>
              <a:buFont typeface="Geologica"/>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6"/>
          <p:cNvSpPr/>
          <p:nvPr/>
        </p:nvSpPr>
        <p:spPr>
          <a:xfrm>
            <a:off x="879285" y="4771827"/>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59" name="Google Shape;59;p6"/>
          <p:cNvSpPr txBox="1">
            <a:spLocks noGrp="1"/>
          </p:cNvSpPr>
          <p:nvPr>
            <p:ph type="subTitle" idx="1"/>
          </p:nvPr>
        </p:nvSpPr>
        <p:spPr>
          <a:xfrm>
            <a:off x="785193" y="4374355"/>
            <a:ext cx="10605051" cy="37361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60" name="Google Shape;60;p6"/>
          <p:cNvPicPr preferRelativeResize="0"/>
          <p:nvPr/>
        </p:nvPicPr>
        <p:blipFill rotWithShape="1">
          <a:blip r:embed="rId3">
            <a:alphaModFix/>
          </a:blip>
          <a:srcRect/>
          <a:stretch/>
        </p:blipFill>
        <p:spPr>
          <a:xfrm>
            <a:off x="785192" y="758129"/>
            <a:ext cx="1094400" cy="5472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 Blue">
  <p:cSld name="1_Title - Blue">
    <p:bg>
      <p:bgPr>
        <a:gradFill>
          <a:gsLst>
            <a:gs pos="0">
              <a:srgbClr val="021450"/>
            </a:gs>
            <a:gs pos="35000">
              <a:srgbClr val="021450"/>
            </a:gs>
            <a:gs pos="98000">
              <a:srgbClr val="031E78"/>
            </a:gs>
            <a:gs pos="100000">
              <a:srgbClr val="031E78"/>
            </a:gs>
          </a:gsLst>
          <a:lin ang="17400000" scaled="0"/>
        </a:gradFill>
        <a:effectLst/>
      </p:bgPr>
    </p:bg>
    <p:spTree>
      <p:nvGrpSpPr>
        <p:cNvPr id="1" name="Shape 61"/>
        <p:cNvGrpSpPr/>
        <p:nvPr/>
      </p:nvGrpSpPr>
      <p:grpSpPr>
        <a:xfrm>
          <a:off x="0" y="0"/>
          <a:ext cx="0" cy="0"/>
          <a:chOff x="0" y="0"/>
          <a:chExt cx="0" cy="0"/>
        </a:xfrm>
      </p:grpSpPr>
      <p:sp>
        <p:nvSpPr>
          <p:cNvPr id="62" name="Google Shape;62;p7"/>
          <p:cNvSpPr/>
          <p:nvPr/>
        </p:nvSpPr>
        <p:spPr>
          <a:xfrm>
            <a:off x="0" y="0"/>
            <a:ext cx="12192000" cy="6858000"/>
          </a:xfrm>
          <a:prstGeom prst="rect">
            <a:avLst/>
          </a:prstGeom>
          <a:gradFill>
            <a:gsLst>
              <a:gs pos="0">
                <a:srgbClr val="171734"/>
              </a:gs>
              <a:gs pos="100000">
                <a:srgbClr val="021450"/>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63" name="Google Shape;63;p7"/>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sp>
        <p:nvSpPr>
          <p:cNvPr id="64" name="Google Shape;64;p7"/>
          <p:cNvSpPr/>
          <p:nvPr/>
        </p:nvSpPr>
        <p:spPr>
          <a:xfrm>
            <a:off x="-8282" y="0"/>
            <a:ext cx="12192000" cy="6858000"/>
          </a:xfrm>
          <a:prstGeom prst="rect">
            <a:avLst/>
          </a:prstGeom>
          <a:gradFill>
            <a:gsLst>
              <a:gs pos="0">
                <a:srgbClr val="00061B">
                  <a:alpha val="99607"/>
                </a:srgbClr>
              </a:gs>
              <a:gs pos="100000">
                <a:srgbClr val="171734">
                  <a:alpha val="0"/>
                </a:srgbClr>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65" name="Google Shape;65;p7"/>
          <p:cNvSpPr txBox="1">
            <a:spLocks noGrp="1"/>
          </p:cNvSpPr>
          <p:nvPr>
            <p:ph type="ctrTitle"/>
          </p:nvPr>
        </p:nvSpPr>
        <p:spPr>
          <a:xfrm>
            <a:off x="785193" y="5138527"/>
            <a:ext cx="10605051" cy="705679"/>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lt1"/>
              </a:buClr>
              <a:buSzPts val="5400"/>
              <a:buFont typeface="Geologica"/>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7"/>
          <p:cNvSpPr/>
          <p:nvPr/>
        </p:nvSpPr>
        <p:spPr>
          <a:xfrm>
            <a:off x="879285" y="4771827"/>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67" name="Google Shape;67;p7"/>
          <p:cNvSpPr txBox="1">
            <a:spLocks noGrp="1"/>
          </p:cNvSpPr>
          <p:nvPr>
            <p:ph type="subTitle" idx="1"/>
          </p:nvPr>
        </p:nvSpPr>
        <p:spPr>
          <a:xfrm>
            <a:off x="785193" y="4374355"/>
            <a:ext cx="10605051" cy="37361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68" name="Google Shape;68;p7"/>
          <p:cNvPicPr preferRelativeResize="0"/>
          <p:nvPr/>
        </p:nvPicPr>
        <p:blipFill rotWithShape="1">
          <a:blip r:embed="rId3">
            <a:alphaModFix/>
          </a:blip>
          <a:srcRect/>
          <a:stretch/>
        </p:blipFill>
        <p:spPr>
          <a:xfrm>
            <a:off x="785192" y="758129"/>
            <a:ext cx="1094400" cy="547200"/>
          </a:xfrm>
          <a:prstGeom prst="rect">
            <a:avLst/>
          </a:prstGeom>
          <a:noFill/>
          <a:ln>
            <a:noFill/>
          </a:ln>
        </p:spPr>
      </p:pic>
      <p:sp>
        <p:nvSpPr>
          <p:cNvPr id="69" name="Google Shape;69;p7"/>
          <p:cNvSpPr/>
          <p:nvPr/>
        </p:nvSpPr>
        <p:spPr>
          <a:xfrm>
            <a:off x="0" y="0"/>
            <a:ext cx="12192000" cy="6858000"/>
          </a:xfrm>
          <a:prstGeom prst="rect">
            <a:avLst/>
          </a:prstGeom>
          <a:gradFill>
            <a:gsLst>
              <a:gs pos="0">
                <a:srgbClr val="171734"/>
              </a:gs>
              <a:gs pos="86000">
                <a:schemeClr val="accent2"/>
              </a:gs>
              <a:gs pos="100000">
                <a:schemeClr val="accent2"/>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70" name="Google Shape;70;p7"/>
          <p:cNvPicPr preferRelativeResize="0"/>
          <p:nvPr/>
        </p:nvPicPr>
        <p:blipFill rotWithShape="1">
          <a:blip r:embed="rId4">
            <a:alphaModFix/>
          </a:blip>
          <a:srcRect l="-7243" t="5698" r="5419" b="27692"/>
          <a:stretch/>
        </p:blipFill>
        <p:spPr>
          <a:xfrm>
            <a:off x="3447052" y="0"/>
            <a:ext cx="8744948" cy="6858000"/>
          </a:xfrm>
          <a:prstGeom prst="rect">
            <a:avLst/>
          </a:prstGeom>
          <a:noFill/>
          <a:ln>
            <a:noFill/>
          </a:ln>
        </p:spPr>
      </p:pic>
      <p:sp>
        <p:nvSpPr>
          <p:cNvPr id="71" name="Google Shape;71;p7"/>
          <p:cNvSpPr/>
          <p:nvPr/>
        </p:nvSpPr>
        <p:spPr>
          <a:xfrm>
            <a:off x="0" y="0"/>
            <a:ext cx="12192000" cy="6858000"/>
          </a:xfrm>
          <a:prstGeom prst="rect">
            <a:avLst/>
          </a:prstGeom>
          <a:gradFill>
            <a:gsLst>
              <a:gs pos="0">
                <a:srgbClr val="021450"/>
              </a:gs>
              <a:gs pos="100000">
                <a:srgbClr val="0528A0">
                  <a:alpha val="16862"/>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72" name="Google Shape;72;p7"/>
          <p:cNvSpPr/>
          <p:nvPr/>
        </p:nvSpPr>
        <p:spPr>
          <a:xfrm>
            <a:off x="879285" y="4771827"/>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73" name="Google Shape;73;p7"/>
          <p:cNvPicPr preferRelativeResize="0"/>
          <p:nvPr/>
        </p:nvPicPr>
        <p:blipFill rotWithShape="1">
          <a:blip r:embed="rId3">
            <a:alphaModFix/>
          </a:blip>
          <a:srcRect/>
          <a:stretch/>
        </p:blipFill>
        <p:spPr>
          <a:xfrm>
            <a:off x="785192" y="758129"/>
            <a:ext cx="1094400" cy="5472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itle - Blue">
  <p:cSld name="2_Title - Blue">
    <p:spTree>
      <p:nvGrpSpPr>
        <p:cNvPr id="1" name="Shape 74"/>
        <p:cNvGrpSpPr/>
        <p:nvPr/>
      </p:nvGrpSpPr>
      <p:grpSpPr>
        <a:xfrm>
          <a:off x="0" y="0"/>
          <a:ext cx="0" cy="0"/>
          <a:chOff x="0" y="0"/>
          <a:chExt cx="0" cy="0"/>
        </a:xfrm>
      </p:grpSpPr>
      <p:sp>
        <p:nvSpPr>
          <p:cNvPr id="75" name="Google Shape;75;p8"/>
          <p:cNvSpPr/>
          <p:nvPr/>
        </p:nvSpPr>
        <p:spPr>
          <a:xfrm>
            <a:off x="0" y="0"/>
            <a:ext cx="12192000" cy="6858000"/>
          </a:xfrm>
          <a:prstGeom prst="rect">
            <a:avLst/>
          </a:prstGeom>
          <a:solidFill>
            <a:srgbClr val="171734"/>
          </a:soli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76" name="Google Shape;76;p8"/>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sp>
        <p:nvSpPr>
          <p:cNvPr id="77" name="Google Shape;77;p8"/>
          <p:cNvSpPr/>
          <p:nvPr/>
        </p:nvSpPr>
        <p:spPr>
          <a:xfrm>
            <a:off x="0" y="0"/>
            <a:ext cx="12192000" cy="6858000"/>
          </a:xfrm>
          <a:prstGeom prst="rect">
            <a:avLst/>
          </a:prstGeom>
          <a:gradFill>
            <a:gsLst>
              <a:gs pos="0">
                <a:srgbClr val="031E78">
                  <a:alpha val="0"/>
                </a:srgbClr>
              </a:gs>
              <a:gs pos="100000">
                <a:srgbClr val="0528A0">
                  <a:alpha val="16862"/>
                </a:srgbClr>
              </a:gs>
            </a:gsLst>
            <a:lin ang="17400000" scaled="0"/>
          </a:gra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 Blue">
  <p:cSld name="3_Title - Blue">
    <p:spTree>
      <p:nvGrpSpPr>
        <p:cNvPr id="1" name="Shape 78"/>
        <p:cNvGrpSpPr/>
        <p:nvPr/>
      </p:nvGrpSpPr>
      <p:grpSpPr>
        <a:xfrm>
          <a:off x="0" y="0"/>
          <a:ext cx="0" cy="0"/>
          <a:chOff x="0" y="0"/>
          <a:chExt cx="0" cy="0"/>
        </a:xfrm>
      </p:grpSpPr>
      <p:sp>
        <p:nvSpPr>
          <p:cNvPr id="79" name="Google Shape;79;p9"/>
          <p:cNvSpPr/>
          <p:nvPr/>
        </p:nvSpPr>
        <p:spPr>
          <a:xfrm>
            <a:off x="0" y="0"/>
            <a:ext cx="12192000" cy="6858000"/>
          </a:xfrm>
          <a:prstGeom prst="rect">
            <a:avLst/>
          </a:prstGeom>
          <a:solidFill>
            <a:srgbClr val="171734"/>
          </a:solidFill>
          <a:ln w="12700" cap="flat" cmpd="sng">
            <a:solidFill>
              <a:srgbClr val="02104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80" name="Google Shape;80;p9"/>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pic>
        <p:nvPicPr>
          <p:cNvPr id="81" name="Google Shape;81;p9"/>
          <p:cNvPicPr preferRelativeResize="0"/>
          <p:nvPr/>
        </p:nvPicPr>
        <p:blipFill rotWithShape="1">
          <a:blip r:embed="rId3">
            <a:alphaModFix/>
          </a:blip>
          <a:srcRect/>
          <a:stretch/>
        </p:blipFill>
        <p:spPr>
          <a:xfrm>
            <a:off x="785192" y="758129"/>
            <a:ext cx="1094400" cy="547200"/>
          </a:xfrm>
          <a:prstGeom prst="rect">
            <a:avLst/>
          </a:prstGeom>
          <a:noFill/>
          <a:ln>
            <a:noFill/>
          </a:ln>
        </p:spPr>
      </p:pic>
      <p:sp>
        <p:nvSpPr>
          <p:cNvPr id="82" name="Google Shape;82;p9"/>
          <p:cNvSpPr txBox="1">
            <a:spLocks noGrp="1"/>
          </p:cNvSpPr>
          <p:nvPr>
            <p:ph type="ctrTitle"/>
          </p:nvPr>
        </p:nvSpPr>
        <p:spPr>
          <a:xfrm>
            <a:off x="785192" y="4836452"/>
            <a:ext cx="1358568" cy="99694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6400"/>
              <a:buFont typeface="Geologica"/>
              <a:buNone/>
              <a:defRPr sz="6400" b="0" i="0">
                <a:solidFill>
                  <a:schemeClr val="lt1"/>
                </a:solidFill>
                <a:latin typeface="Geologica"/>
                <a:ea typeface="Geologica"/>
                <a:cs typeface="Geologica"/>
                <a:sym typeface="Geologic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9"/>
          <p:cNvSpPr/>
          <p:nvPr/>
        </p:nvSpPr>
        <p:spPr>
          <a:xfrm rot="10800000" flipH="1">
            <a:off x="2143760" y="4836450"/>
            <a:ext cx="25200" cy="99694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84" name="Google Shape;84;p9"/>
          <p:cNvSpPr txBox="1">
            <a:spLocks noGrp="1"/>
          </p:cNvSpPr>
          <p:nvPr>
            <p:ph type="body" idx="1"/>
          </p:nvPr>
        </p:nvSpPr>
        <p:spPr>
          <a:xfrm>
            <a:off x="2550381" y="4837114"/>
            <a:ext cx="6617475" cy="99695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3600"/>
              <a:buNone/>
              <a:defRPr sz="3600">
                <a:solidFill>
                  <a:schemeClr val="lt1"/>
                </a:solidFill>
              </a:defRPr>
            </a:lvl1pPr>
            <a:lvl2pPr marL="914400" lvl="1" indent="-355600" algn="l">
              <a:lnSpc>
                <a:spcPct val="90000"/>
              </a:lnSpc>
              <a:spcBef>
                <a:spcPts val="500"/>
              </a:spcBef>
              <a:spcAft>
                <a:spcPts val="0"/>
              </a:spcAft>
              <a:buClr>
                <a:schemeClr val="lt1"/>
              </a:buClr>
              <a:buSzPts val="2000"/>
              <a:buChar char="•"/>
              <a:defRPr>
                <a:solidFill>
                  <a:schemeClr val="lt1"/>
                </a:solidFill>
              </a:defRPr>
            </a:lvl2pPr>
            <a:lvl3pPr marL="1371600" lvl="2" indent="-342900" algn="l">
              <a:lnSpc>
                <a:spcPct val="90000"/>
              </a:lnSpc>
              <a:spcBef>
                <a:spcPts val="500"/>
              </a:spcBef>
              <a:spcAft>
                <a:spcPts val="0"/>
              </a:spcAft>
              <a:buClr>
                <a:schemeClr val="lt1"/>
              </a:buClr>
              <a:buSzPts val="1800"/>
              <a:buChar char="•"/>
              <a:defRPr>
                <a:solidFill>
                  <a:schemeClr val="lt1"/>
                </a:solidFill>
              </a:defRPr>
            </a:lvl3pPr>
            <a:lvl4pPr marL="1828800" lvl="3" indent="-330200" algn="l">
              <a:lnSpc>
                <a:spcPct val="90000"/>
              </a:lnSpc>
              <a:spcBef>
                <a:spcPts val="500"/>
              </a:spcBef>
              <a:spcAft>
                <a:spcPts val="0"/>
              </a:spcAft>
              <a:buClr>
                <a:schemeClr val="lt1"/>
              </a:buClr>
              <a:buSzPts val="1600"/>
              <a:buChar char="•"/>
              <a:defRPr>
                <a:solidFill>
                  <a:schemeClr val="lt1"/>
                </a:solidFill>
              </a:defRPr>
            </a:lvl4pPr>
            <a:lvl5pPr marL="2286000" lvl="4" indent="-330200" algn="l">
              <a:lnSpc>
                <a:spcPct val="90000"/>
              </a:lnSpc>
              <a:spcBef>
                <a:spcPts val="500"/>
              </a:spcBef>
              <a:spcAft>
                <a:spcPts val="0"/>
              </a:spcAft>
              <a:buClr>
                <a:schemeClr val="lt1"/>
              </a:buClr>
              <a:buSzPts val="16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Title - Blue">
  <p:cSld name="4_Title - Blue">
    <p:spTree>
      <p:nvGrpSpPr>
        <p:cNvPr id="1" name="Shape 85"/>
        <p:cNvGrpSpPr/>
        <p:nvPr/>
      </p:nvGrpSpPr>
      <p:grpSpPr>
        <a:xfrm>
          <a:off x="0" y="0"/>
          <a:ext cx="0" cy="0"/>
          <a:chOff x="0" y="0"/>
          <a:chExt cx="0" cy="0"/>
        </a:xfrm>
      </p:grpSpPr>
      <p:pic>
        <p:nvPicPr>
          <p:cNvPr id="86" name="Google Shape;86;p10"/>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pic>
        <p:nvPicPr>
          <p:cNvPr id="87" name="Google Shape;87;p10"/>
          <p:cNvPicPr preferRelativeResize="0"/>
          <p:nvPr/>
        </p:nvPicPr>
        <p:blipFill rotWithShape="1">
          <a:blip r:embed="rId3">
            <a:alphaModFix/>
          </a:blip>
          <a:srcRect/>
          <a:stretch/>
        </p:blipFill>
        <p:spPr>
          <a:xfrm>
            <a:off x="785192" y="758129"/>
            <a:ext cx="1094400" cy="547200"/>
          </a:xfrm>
          <a:prstGeom prst="rect">
            <a:avLst/>
          </a:prstGeom>
          <a:noFill/>
          <a:ln>
            <a:noFill/>
          </a:ln>
        </p:spPr>
      </p:pic>
      <p:pic>
        <p:nvPicPr>
          <p:cNvPr id="88" name="Google Shape;88;p10"/>
          <p:cNvPicPr preferRelativeResize="0"/>
          <p:nvPr/>
        </p:nvPicPr>
        <p:blipFill rotWithShape="1">
          <a:blip r:embed="rId4">
            <a:alphaModFix/>
          </a:blip>
          <a:srcRect/>
          <a:stretch/>
        </p:blipFill>
        <p:spPr>
          <a:xfrm>
            <a:off x="785193" y="771285"/>
            <a:ext cx="1102584" cy="544651"/>
          </a:xfrm>
          <a:prstGeom prst="rect">
            <a:avLst/>
          </a:prstGeom>
          <a:noFill/>
          <a:ln>
            <a:noFill/>
          </a:ln>
        </p:spPr>
      </p:pic>
      <p:sp>
        <p:nvSpPr>
          <p:cNvPr id="89" name="Google Shape;89;p10"/>
          <p:cNvSpPr txBox="1">
            <a:spLocks noGrp="1"/>
          </p:cNvSpPr>
          <p:nvPr>
            <p:ph type="ctrTitle"/>
          </p:nvPr>
        </p:nvSpPr>
        <p:spPr>
          <a:xfrm>
            <a:off x="785192" y="4836452"/>
            <a:ext cx="1358568" cy="99694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6400"/>
              <a:buFont typeface="Geologica"/>
              <a:buNone/>
              <a:defRPr sz="6400" b="0" i="0">
                <a:solidFill>
                  <a:schemeClr val="dk2"/>
                </a:solidFill>
                <a:latin typeface="Geologica"/>
                <a:ea typeface="Geologica"/>
                <a:cs typeface="Geologica"/>
                <a:sym typeface="Geologic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0"/>
          <p:cNvSpPr txBox="1">
            <a:spLocks noGrp="1"/>
          </p:cNvSpPr>
          <p:nvPr>
            <p:ph type="body" idx="1"/>
          </p:nvPr>
        </p:nvSpPr>
        <p:spPr>
          <a:xfrm>
            <a:off x="2550381" y="4837114"/>
            <a:ext cx="6617475" cy="99695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dk2"/>
              </a:buClr>
              <a:buSzPts val="3600"/>
              <a:buNone/>
              <a:defRPr sz="3600">
                <a:solidFill>
                  <a:schemeClr val="dk2"/>
                </a:solidFill>
              </a:defRPr>
            </a:lvl1pPr>
            <a:lvl2pPr marL="914400" lvl="1" indent="-355600" algn="l">
              <a:lnSpc>
                <a:spcPct val="90000"/>
              </a:lnSpc>
              <a:spcBef>
                <a:spcPts val="500"/>
              </a:spcBef>
              <a:spcAft>
                <a:spcPts val="0"/>
              </a:spcAft>
              <a:buClr>
                <a:schemeClr val="lt1"/>
              </a:buClr>
              <a:buSzPts val="2000"/>
              <a:buChar char="•"/>
              <a:defRPr>
                <a:solidFill>
                  <a:schemeClr val="lt1"/>
                </a:solidFill>
              </a:defRPr>
            </a:lvl2pPr>
            <a:lvl3pPr marL="1371600" lvl="2" indent="-342900" algn="l">
              <a:lnSpc>
                <a:spcPct val="90000"/>
              </a:lnSpc>
              <a:spcBef>
                <a:spcPts val="500"/>
              </a:spcBef>
              <a:spcAft>
                <a:spcPts val="0"/>
              </a:spcAft>
              <a:buClr>
                <a:schemeClr val="lt1"/>
              </a:buClr>
              <a:buSzPts val="1800"/>
              <a:buChar char="•"/>
              <a:defRPr>
                <a:solidFill>
                  <a:schemeClr val="lt1"/>
                </a:solidFill>
              </a:defRPr>
            </a:lvl3pPr>
            <a:lvl4pPr marL="1828800" lvl="3" indent="-330200" algn="l">
              <a:lnSpc>
                <a:spcPct val="90000"/>
              </a:lnSpc>
              <a:spcBef>
                <a:spcPts val="500"/>
              </a:spcBef>
              <a:spcAft>
                <a:spcPts val="0"/>
              </a:spcAft>
              <a:buClr>
                <a:schemeClr val="lt1"/>
              </a:buClr>
              <a:buSzPts val="1600"/>
              <a:buChar char="•"/>
              <a:defRPr>
                <a:solidFill>
                  <a:schemeClr val="lt1"/>
                </a:solidFill>
              </a:defRPr>
            </a:lvl4pPr>
            <a:lvl5pPr marL="2286000" lvl="4" indent="-330200" algn="l">
              <a:lnSpc>
                <a:spcPct val="90000"/>
              </a:lnSpc>
              <a:spcBef>
                <a:spcPts val="500"/>
              </a:spcBef>
              <a:spcAft>
                <a:spcPts val="0"/>
              </a:spcAft>
              <a:buClr>
                <a:schemeClr val="lt1"/>
              </a:buClr>
              <a:buSzPts val="16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0"/>
          <p:cNvSpPr/>
          <p:nvPr/>
        </p:nvSpPr>
        <p:spPr>
          <a:xfrm rot="10800000" flipH="1">
            <a:off x="2143760" y="4836450"/>
            <a:ext cx="25200" cy="99694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sic content (with subtitle)">
  <p:cSld name="Basic content (with subtitle)">
    <p:bg>
      <p:bgPr>
        <a:solidFill>
          <a:schemeClr val="lt1"/>
        </a:solidFill>
        <a:effectLst/>
      </p:bgPr>
    </p:bg>
    <p:spTree>
      <p:nvGrpSpPr>
        <p:cNvPr id="1" name="Shape 92"/>
        <p:cNvGrpSpPr/>
        <p:nvPr/>
      </p:nvGrpSpPr>
      <p:grpSpPr>
        <a:xfrm>
          <a:off x="0" y="0"/>
          <a:ext cx="0" cy="0"/>
          <a:chOff x="0" y="0"/>
          <a:chExt cx="0" cy="0"/>
        </a:xfrm>
      </p:grpSpPr>
      <p:sp>
        <p:nvSpPr>
          <p:cNvPr id="93" name="Google Shape;93;p11"/>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734"/>
              </a:buClr>
              <a:buSzPts val="2000"/>
              <a:buFont typeface="Geologica"/>
              <a:buNone/>
              <a:defRPr sz="2000">
                <a:solidFill>
                  <a:srgbClr val="17173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1"/>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2"/>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2"/>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2"/>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2"/>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2"/>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2"/>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2"/>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2"/>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2"/>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11"/>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96" name="Google Shape;96;p11"/>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97" name="Google Shape;97;p11"/>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98" name="Google Shape;98;p11"/>
          <p:cNvSpPr txBox="1"/>
          <p:nvPr/>
        </p:nvSpPr>
        <p:spPr>
          <a:xfrm>
            <a:off x="-1203159" y="3384884"/>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99" name="Google Shape;99;p11"/>
          <p:cNvSpPr txBox="1">
            <a:spLocks noGrp="1"/>
          </p:cNvSpPr>
          <p:nvPr>
            <p:ph type="body" idx="1"/>
          </p:nvPr>
        </p:nvSpPr>
        <p:spPr>
          <a:xfrm>
            <a:off x="819373" y="1909823"/>
            <a:ext cx="10363543" cy="402557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rgbClr val="171734"/>
              </a:buClr>
              <a:buSzPts val="1600"/>
              <a:buNone/>
              <a:defRPr sz="1600">
                <a:solidFill>
                  <a:srgbClr val="171734"/>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1"/>
          <p:cNvSpPr txBox="1">
            <a:spLocks noGrp="1"/>
          </p:cNvSpPr>
          <p:nvPr>
            <p:ph type="body" idx="2"/>
          </p:nvPr>
        </p:nvSpPr>
        <p:spPr>
          <a:xfrm>
            <a:off x="819373" y="1376231"/>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rgbClr val="171734"/>
              </a:buClr>
              <a:buSzPts val="1800"/>
              <a:buNone/>
              <a:defRPr sz="1800" b="1" i="0">
                <a:solidFill>
                  <a:srgbClr val="171734"/>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01" name="Google Shape;101;p11"/>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02" name="Google Shape;102;p11"/>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03" name="Google Shape;103;p11"/>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04" name="Google Shape;104;p11"/>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05" name="Google Shape;105;p11"/>
          <p:cNvSpPr txBox="1"/>
          <p:nvPr/>
        </p:nvSpPr>
        <p:spPr>
          <a:xfrm>
            <a:off x="-1203159" y="3384884"/>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pic>
        <p:nvPicPr>
          <p:cNvPr id="106" name="Google Shape;106;p11"/>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sic content - Blue">
  <p:cSld name="Basic content - Blue">
    <p:bg>
      <p:bgPr>
        <a:solidFill>
          <a:schemeClr val="accent2"/>
        </a:solidFill>
        <a:effectLst/>
      </p:bgPr>
    </p:bg>
    <p:spTree>
      <p:nvGrpSpPr>
        <p:cNvPr id="1" name="Shape 107"/>
        <p:cNvGrpSpPr/>
        <p:nvPr/>
      </p:nvGrpSpPr>
      <p:grpSpPr>
        <a:xfrm>
          <a:off x="0" y="0"/>
          <a:ext cx="0" cy="0"/>
          <a:chOff x="0" y="0"/>
          <a:chExt cx="0" cy="0"/>
        </a:xfrm>
      </p:grpSpPr>
      <p:sp>
        <p:nvSpPr>
          <p:cNvPr id="108" name="Google Shape;108;p12"/>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000"/>
              <a:buFont typeface="Geologica"/>
              <a:buNone/>
              <a:defRPr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12"/>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10" name="Google Shape;110;p12"/>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11" name="Google Shape;111;p12"/>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12" name="Google Shape;112;p12"/>
          <p:cNvSpPr txBox="1">
            <a:spLocks noGrp="1"/>
          </p:cNvSpPr>
          <p:nvPr>
            <p:ph type="body" idx="1"/>
          </p:nvPr>
        </p:nvSpPr>
        <p:spPr>
          <a:xfrm>
            <a:off x="838201" y="1327994"/>
            <a:ext cx="10515599" cy="402557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600"/>
              <a:buNone/>
              <a:defRPr sz="1600">
                <a:solidFill>
                  <a:schemeClr val="lt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12"/>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lt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lt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lt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lt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lt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lt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lt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lt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pic>
        <p:nvPicPr>
          <p:cNvPr id="114" name="Google Shape;114;p12"/>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15" name="Google Shape;115;p12"/>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16" name="Google Shape;116;p12"/>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17" name="Google Shape;117;p12"/>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118" name="Google Shape;118;p12"/>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photo">
  <p:cSld name="1/3 photo">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a:xfrm>
            <a:off x="838205" y="365130"/>
            <a:ext cx="6087031"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2000"/>
              <a:buFont typeface="Geologica"/>
              <a:buNone/>
              <a:defRPr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13"/>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22" name="Google Shape;122;p13"/>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23" name="Google Shape;123;p13"/>
          <p:cNvSpPr txBox="1">
            <a:spLocks noGrp="1"/>
          </p:cNvSpPr>
          <p:nvPr>
            <p:ph type="body" idx="1"/>
          </p:nvPr>
        </p:nvSpPr>
        <p:spPr>
          <a:xfrm>
            <a:off x="819374" y="1909823"/>
            <a:ext cx="5426305" cy="402557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dk1"/>
              </a:buClr>
              <a:buSzPts val="1600"/>
              <a:buNone/>
              <a:defRPr sz="160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13"/>
          <p:cNvSpPr txBox="1">
            <a:spLocks noGrp="1"/>
          </p:cNvSpPr>
          <p:nvPr>
            <p:ph type="body" idx="2"/>
          </p:nvPr>
        </p:nvSpPr>
        <p:spPr>
          <a:xfrm>
            <a:off x="819373" y="1376231"/>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dk1"/>
              </a:buClr>
              <a:buSzPts val="1800"/>
              <a:buNone/>
              <a:defRPr sz="1800" b="1" i="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13"/>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126" name="Google Shape;126;p13"/>
          <p:cNvSpPr>
            <a:spLocks noGrp="1"/>
          </p:cNvSpPr>
          <p:nvPr>
            <p:ph type="pic" idx="3"/>
          </p:nvPr>
        </p:nvSpPr>
        <p:spPr>
          <a:xfrm>
            <a:off x="7118432" y="0"/>
            <a:ext cx="5057241" cy="6858000"/>
          </a:xfrm>
          <a:prstGeom prst="rect">
            <a:avLst/>
          </a:prstGeom>
          <a:noFill/>
          <a:ln>
            <a:noFill/>
          </a:ln>
        </p:spPr>
      </p:sp>
      <p:pic>
        <p:nvPicPr>
          <p:cNvPr id="127" name="Google Shape;127;p13"/>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28" name="Google Shape;128;p13"/>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29" name="Google Shape;129;p13"/>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130" name="Google Shape;130;p13"/>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photos">
  <p:cSld name="3 photos">
    <p:spTree>
      <p:nvGrpSpPr>
        <p:cNvPr id="1" name="Shape 131"/>
        <p:cNvGrpSpPr/>
        <p:nvPr/>
      </p:nvGrpSpPr>
      <p:grpSpPr>
        <a:xfrm>
          <a:off x="0" y="0"/>
          <a:ext cx="0" cy="0"/>
          <a:chOff x="0" y="0"/>
          <a:chExt cx="0" cy="0"/>
        </a:xfrm>
      </p:grpSpPr>
      <p:sp>
        <p:nvSpPr>
          <p:cNvPr id="132" name="Google Shape;132;p14"/>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2000"/>
              <a:buFont typeface="Geologica"/>
              <a:buNone/>
              <a:defRPr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14"/>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134" name="Google Shape;134;p14"/>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35" name="Google Shape;135;p14"/>
          <p:cNvSpPr txBox="1"/>
          <p:nvPr/>
        </p:nvSpPr>
        <p:spPr>
          <a:xfrm>
            <a:off x="4867532" y="20117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36" name="Google Shape;136;p14"/>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37" name="Google Shape;137;p14"/>
          <p:cNvSpPr txBox="1">
            <a:spLocks noGrp="1"/>
          </p:cNvSpPr>
          <p:nvPr>
            <p:ph type="body" idx="1"/>
          </p:nvPr>
        </p:nvSpPr>
        <p:spPr>
          <a:xfrm>
            <a:off x="1510615" y="4185954"/>
            <a:ext cx="1865956" cy="4598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Geologica"/>
                <a:ea typeface="Geologica"/>
                <a:cs typeface="Geologica"/>
                <a:sym typeface="Geologic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14"/>
          <p:cNvSpPr>
            <a:spLocks noGrp="1"/>
          </p:cNvSpPr>
          <p:nvPr>
            <p:ph type="pic" idx="2"/>
          </p:nvPr>
        </p:nvSpPr>
        <p:spPr>
          <a:xfrm>
            <a:off x="1054100" y="1965429"/>
            <a:ext cx="2971800" cy="2060575"/>
          </a:xfrm>
          <a:prstGeom prst="rect">
            <a:avLst/>
          </a:prstGeom>
          <a:noFill/>
          <a:ln>
            <a:noFill/>
          </a:ln>
        </p:spPr>
      </p:sp>
      <p:sp>
        <p:nvSpPr>
          <p:cNvPr id="139" name="Google Shape;139;p14"/>
          <p:cNvSpPr>
            <a:spLocks noGrp="1"/>
          </p:cNvSpPr>
          <p:nvPr>
            <p:ph type="pic" idx="3"/>
          </p:nvPr>
        </p:nvSpPr>
        <p:spPr>
          <a:xfrm>
            <a:off x="4271863" y="1965429"/>
            <a:ext cx="2971800" cy="2060575"/>
          </a:xfrm>
          <a:prstGeom prst="rect">
            <a:avLst/>
          </a:prstGeom>
          <a:noFill/>
          <a:ln>
            <a:noFill/>
          </a:ln>
        </p:spPr>
      </p:sp>
      <p:sp>
        <p:nvSpPr>
          <p:cNvPr id="140" name="Google Shape;140;p14"/>
          <p:cNvSpPr>
            <a:spLocks noGrp="1"/>
          </p:cNvSpPr>
          <p:nvPr>
            <p:ph type="pic" idx="4"/>
          </p:nvPr>
        </p:nvSpPr>
        <p:spPr>
          <a:xfrm>
            <a:off x="7478049" y="1965429"/>
            <a:ext cx="2971800" cy="2060575"/>
          </a:xfrm>
          <a:prstGeom prst="rect">
            <a:avLst/>
          </a:prstGeom>
          <a:noFill/>
          <a:ln>
            <a:noFill/>
          </a:ln>
        </p:spPr>
      </p:sp>
      <p:sp>
        <p:nvSpPr>
          <p:cNvPr id="141" name="Google Shape;141;p14"/>
          <p:cNvSpPr txBox="1">
            <a:spLocks noGrp="1"/>
          </p:cNvSpPr>
          <p:nvPr>
            <p:ph type="body" idx="5"/>
          </p:nvPr>
        </p:nvSpPr>
        <p:spPr>
          <a:xfrm>
            <a:off x="4925147" y="4185954"/>
            <a:ext cx="1865956" cy="4598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Geologica"/>
                <a:ea typeface="Geologica"/>
                <a:cs typeface="Geologica"/>
                <a:sym typeface="Geologic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14"/>
          <p:cNvSpPr txBox="1">
            <a:spLocks noGrp="1"/>
          </p:cNvSpPr>
          <p:nvPr>
            <p:ph type="body" idx="6"/>
          </p:nvPr>
        </p:nvSpPr>
        <p:spPr>
          <a:xfrm>
            <a:off x="8027163" y="4185954"/>
            <a:ext cx="1865956" cy="4598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Geologica"/>
                <a:ea typeface="Geologica"/>
                <a:cs typeface="Geologica"/>
                <a:sym typeface="Geologic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43" name="Google Shape;143;p14"/>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44" name="Google Shape;144;p14"/>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45" name="Google Shape;145;p14"/>
          <p:cNvSpPr txBox="1"/>
          <p:nvPr/>
        </p:nvSpPr>
        <p:spPr>
          <a:xfrm>
            <a:off x="4867532" y="20117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46" name="Google Shape;146;p14"/>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147" name="Google Shape;147;p14"/>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paragraphs">
  <p:cSld name="4 paragraphs">
    <p:spTree>
      <p:nvGrpSpPr>
        <p:cNvPr id="1" name="Shape 148"/>
        <p:cNvGrpSpPr/>
        <p:nvPr/>
      </p:nvGrpSpPr>
      <p:grpSpPr>
        <a:xfrm>
          <a:off x="0" y="0"/>
          <a:ext cx="0" cy="0"/>
          <a:chOff x="0" y="0"/>
          <a:chExt cx="0" cy="0"/>
        </a:xfrm>
      </p:grpSpPr>
      <p:sp>
        <p:nvSpPr>
          <p:cNvPr id="149" name="Google Shape;149;p15"/>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2000"/>
              <a:buFont typeface="Geologica"/>
              <a:buNone/>
              <a:defRPr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5"/>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15"/>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52" name="Google Shape;152;p15"/>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53" name="Google Shape;153;p15"/>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54" name="Google Shape;154;p15"/>
          <p:cNvSpPr txBox="1">
            <a:spLocks noGrp="1"/>
          </p:cNvSpPr>
          <p:nvPr>
            <p:ph type="body" idx="1"/>
          </p:nvPr>
        </p:nvSpPr>
        <p:spPr>
          <a:xfrm>
            <a:off x="802084" y="1782147"/>
            <a:ext cx="3906864" cy="120093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200"/>
              <a:buNone/>
              <a:defRPr sz="120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15"/>
          <p:cNvSpPr txBox="1">
            <a:spLocks noGrp="1"/>
          </p:cNvSpPr>
          <p:nvPr>
            <p:ph type="body" idx="2"/>
          </p:nvPr>
        </p:nvSpPr>
        <p:spPr>
          <a:xfrm>
            <a:off x="819373" y="1376231"/>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15"/>
          <p:cNvSpPr txBox="1">
            <a:spLocks noGrp="1"/>
          </p:cNvSpPr>
          <p:nvPr>
            <p:ph type="body" idx="3"/>
          </p:nvPr>
        </p:nvSpPr>
        <p:spPr>
          <a:xfrm>
            <a:off x="780051" y="3809250"/>
            <a:ext cx="3906864" cy="138601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200"/>
              <a:buNone/>
              <a:defRPr sz="120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15"/>
          <p:cNvSpPr txBox="1">
            <a:spLocks noGrp="1"/>
          </p:cNvSpPr>
          <p:nvPr>
            <p:ph type="body" idx="4"/>
          </p:nvPr>
        </p:nvSpPr>
        <p:spPr>
          <a:xfrm>
            <a:off x="797340" y="3403334"/>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15"/>
          <p:cNvSpPr txBox="1">
            <a:spLocks noGrp="1"/>
          </p:cNvSpPr>
          <p:nvPr>
            <p:ph type="body" idx="5"/>
          </p:nvPr>
        </p:nvSpPr>
        <p:spPr>
          <a:xfrm>
            <a:off x="5490198" y="1782147"/>
            <a:ext cx="3906864" cy="120093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200"/>
              <a:buNone/>
              <a:defRPr sz="120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 name="Google Shape;159;p15"/>
          <p:cNvSpPr txBox="1">
            <a:spLocks noGrp="1"/>
          </p:cNvSpPr>
          <p:nvPr>
            <p:ph type="body" idx="6"/>
          </p:nvPr>
        </p:nvSpPr>
        <p:spPr>
          <a:xfrm>
            <a:off x="5507487" y="1376231"/>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15"/>
          <p:cNvSpPr txBox="1">
            <a:spLocks noGrp="1"/>
          </p:cNvSpPr>
          <p:nvPr>
            <p:ph type="body" idx="7"/>
          </p:nvPr>
        </p:nvSpPr>
        <p:spPr>
          <a:xfrm>
            <a:off x="5468165" y="3809250"/>
            <a:ext cx="3906864" cy="138601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200"/>
              <a:buNone/>
              <a:defRPr sz="120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15"/>
          <p:cNvSpPr txBox="1">
            <a:spLocks noGrp="1"/>
          </p:cNvSpPr>
          <p:nvPr>
            <p:ph type="body" idx="8"/>
          </p:nvPr>
        </p:nvSpPr>
        <p:spPr>
          <a:xfrm>
            <a:off x="5485454" y="3403334"/>
            <a:ext cx="3393815" cy="44575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1" i="0">
                <a:solidFill>
                  <a:schemeClr val="dk1"/>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62" name="Google Shape;162;p15"/>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63" name="Google Shape;163;p15"/>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64" name="Google Shape;164;p15"/>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65" name="Google Shape;165;p15"/>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166" name="Google Shape;166;p15"/>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167"/>
        <p:cNvGrpSpPr/>
        <p:nvPr/>
      </p:nvGrpSpPr>
      <p:grpSpPr>
        <a:xfrm>
          <a:off x="0" y="0"/>
          <a:ext cx="0" cy="0"/>
          <a:chOff x="0" y="0"/>
          <a:chExt cx="0" cy="0"/>
        </a:xfrm>
      </p:grpSpPr>
      <p:sp>
        <p:nvSpPr>
          <p:cNvPr id="168" name="Google Shape;168;p16"/>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2000"/>
              <a:buFont typeface="Geologica"/>
              <a:buNone/>
              <a:defRPr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9" name="Google Shape;169;p16"/>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170" name="Google Shape;170;p16"/>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71" name="Google Shape;171;p16"/>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172" name="Google Shape;172;p16"/>
          <p:cNvSpPr>
            <a:spLocks noGrp="1"/>
          </p:cNvSpPr>
          <p:nvPr>
            <p:ph type="pic" idx="2"/>
          </p:nvPr>
        </p:nvSpPr>
        <p:spPr>
          <a:xfrm>
            <a:off x="939800" y="1130301"/>
            <a:ext cx="1489701" cy="1646272"/>
          </a:xfrm>
          <a:prstGeom prst="rect">
            <a:avLst/>
          </a:prstGeom>
          <a:noFill/>
          <a:ln>
            <a:noFill/>
          </a:ln>
        </p:spPr>
      </p:sp>
      <p:sp>
        <p:nvSpPr>
          <p:cNvPr id="173" name="Google Shape;173;p16"/>
          <p:cNvSpPr>
            <a:spLocks noGrp="1"/>
          </p:cNvSpPr>
          <p:nvPr>
            <p:ph type="pic" idx="3"/>
          </p:nvPr>
        </p:nvSpPr>
        <p:spPr>
          <a:xfrm>
            <a:off x="2730500" y="1130301"/>
            <a:ext cx="1489701" cy="1646272"/>
          </a:xfrm>
          <a:prstGeom prst="rect">
            <a:avLst/>
          </a:prstGeom>
          <a:noFill/>
          <a:ln>
            <a:noFill/>
          </a:ln>
        </p:spPr>
      </p:sp>
      <p:sp>
        <p:nvSpPr>
          <p:cNvPr id="174" name="Google Shape;174;p16"/>
          <p:cNvSpPr>
            <a:spLocks noGrp="1"/>
          </p:cNvSpPr>
          <p:nvPr>
            <p:ph type="pic" idx="4"/>
          </p:nvPr>
        </p:nvSpPr>
        <p:spPr>
          <a:xfrm>
            <a:off x="4533899" y="1130301"/>
            <a:ext cx="1489701" cy="1646272"/>
          </a:xfrm>
          <a:prstGeom prst="rect">
            <a:avLst/>
          </a:prstGeom>
          <a:noFill/>
          <a:ln>
            <a:noFill/>
          </a:ln>
        </p:spPr>
      </p:sp>
      <p:sp>
        <p:nvSpPr>
          <p:cNvPr id="175" name="Google Shape;175;p16"/>
          <p:cNvSpPr>
            <a:spLocks noGrp="1"/>
          </p:cNvSpPr>
          <p:nvPr>
            <p:ph type="pic" idx="5"/>
          </p:nvPr>
        </p:nvSpPr>
        <p:spPr>
          <a:xfrm>
            <a:off x="6375399" y="1130301"/>
            <a:ext cx="1489701" cy="1646272"/>
          </a:xfrm>
          <a:prstGeom prst="rect">
            <a:avLst/>
          </a:prstGeom>
          <a:noFill/>
          <a:ln>
            <a:noFill/>
          </a:ln>
        </p:spPr>
      </p:sp>
      <p:sp>
        <p:nvSpPr>
          <p:cNvPr id="176" name="Google Shape;176;p16"/>
          <p:cNvSpPr txBox="1">
            <a:spLocks noGrp="1"/>
          </p:cNvSpPr>
          <p:nvPr>
            <p:ph type="body" idx="1"/>
          </p:nvPr>
        </p:nvSpPr>
        <p:spPr>
          <a:xfrm>
            <a:off x="6375399"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16"/>
          <p:cNvSpPr txBox="1">
            <a:spLocks noGrp="1"/>
          </p:cNvSpPr>
          <p:nvPr>
            <p:ph type="body" idx="6"/>
          </p:nvPr>
        </p:nvSpPr>
        <p:spPr>
          <a:xfrm>
            <a:off x="6375399"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16"/>
          <p:cNvSpPr>
            <a:spLocks noGrp="1"/>
          </p:cNvSpPr>
          <p:nvPr>
            <p:ph type="pic" idx="7"/>
          </p:nvPr>
        </p:nvSpPr>
        <p:spPr>
          <a:xfrm>
            <a:off x="8171835" y="1130301"/>
            <a:ext cx="1489701" cy="1646272"/>
          </a:xfrm>
          <a:prstGeom prst="rect">
            <a:avLst/>
          </a:prstGeom>
          <a:noFill/>
          <a:ln>
            <a:noFill/>
          </a:ln>
        </p:spPr>
      </p:sp>
      <p:sp>
        <p:nvSpPr>
          <p:cNvPr id="179" name="Google Shape;179;p16"/>
          <p:cNvSpPr>
            <a:spLocks noGrp="1"/>
          </p:cNvSpPr>
          <p:nvPr>
            <p:ph type="pic" idx="8"/>
          </p:nvPr>
        </p:nvSpPr>
        <p:spPr>
          <a:xfrm>
            <a:off x="9969500" y="1130301"/>
            <a:ext cx="1489701" cy="1646272"/>
          </a:xfrm>
          <a:prstGeom prst="rect">
            <a:avLst/>
          </a:prstGeom>
          <a:noFill/>
          <a:ln>
            <a:noFill/>
          </a:ln>
        </p:spPr>
      </p:sp>
      <p:pic>
        <p:nvPicPr>
          <p:cNvPr id="180" name="Google Shape;180;p16"/>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181" name="Google Shape;181;p16"/>
          <p:cNvSpPr txBox="1"/>
          <p:nvPr/>
        </p:nvSpPr>
        <p:spPr>
          <a:xfrm>
            <a:off x="6375399"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82" name="Google Shape;182;p16"/>
          <p:cNvSpPr txBox="1">
            <a:spLocks noGrp="1"/>
          </p:cNvSpPr>
          <p:nvPr>
            <p:ph type="body" idx="9"/>
          </p:nvPr>
        </p:nvSpPr>
        <p:spPr>
          <a:xfrm>
            <a:off x="4533899"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16"/>
          <p:cNvSpPr txBox="1">
            <a:spLocks noGrp="1"/>
          </p:cNvSpPr>
          <p:nvPr>
            <p:ph type="body" idx="13"/>
          </p:nvPr>
        </p:nvSpPr>
        <p:spPr>
          <a:xfrm>
            <a:off x="4533899"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p16"/>
          <p:cNvSpPr txBox="1"/>
          <p:nvPr/>
        </p:nvSpPr>
        <p:spPr>
          <a:xfrm>
            <a:off x="4533899"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85" name="Google Shape;185;p16"/>
          <p:cNvSpPr txBox="1">
            <a:spLocks noGrp="1"/>
          </p:cNvSpPr>
          <p:nvPr>
            <p:ph type="body" idx="14"/>
          </p:nvPr>
        </p:nvSpPr>
        <p:spPr>
          <a:xfrm>
            <a:off x="2730500"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6" name="Google Shape;186;p16"/>
          <p:cNvSpPr txBox="1">
            <a:spLocks noGrp="1"/>
          </p:cNvSpPr>
          <p:nvPr>
            <p:ph type="body" idx="15"/>
          </p:nvPr>
        </p:nvSpPr>
        <p:spPr>
          <a:xfrm>
            <a:off x="2730500"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16"/>
          <p:cNvSpPr txBox="1"/>
          <p:nvPr/>
        </p:nvSpPr>
        <p:spPr>
          <a:xfrm>
            <a:off x="2730500"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88" name="Google Shape;188;p16"/>
          <p:cNvSpPr txBox="1">
            <a:spLocks noGrp="1"/>
          </p:cNvSpPr>
          <p:nvPr>
            <p:ph type="body" idx="16"/>
          </p:nvPr>
        </p:nvSpPr>
        <p:spPr>
          <a:xfrm>
            <a:off x="939800"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16"/>
          <p:cNvSpPr txBox="1">
            <a:spLocks noGrp="1"/>
          </p:cNvSpPr>
          <p:nvPr>
            <p:ph type="body" idx="17"/>
          </p:nvPr>
        </p:nvSpPr>
        <p:spPr>
          <a:xfrm>
            <a:off x="939800"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16"/>
          <p:cNvSpPr txBox="1"/>
          <p:nvPr/>
        </p:nvSpPr>
        <p:spPr>
          <a:xfrm>
            <a:off x="939800"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191" name="Google Shape;191;p16"/>
          <p:cNvSpPr txBox="1">
            <a:spLocks noGrp="1"/>
          </p:cNvSpPr>
          <p:nvPr>
            <p:ph type="body" idx="18"/>
          </p:nvPr>
        </p:nvSpPr>
        <p:spPr>
          <a:xfrm>
            <a:off x="9969500"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16"/>
          <p:cNvSpPr txBox="1">
            <a:spLocks noGrp="1"/>
          </p:cNvSpPr>
          <p:nvPr>
            <p:ph type="body" idx="19"/>
          </p:nvPr>
        </p:nvSpPr>
        <p:spPr>
          <a:xfrm>
            <a:off x="9969500"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16"/>
          <p:cNvSpPr txBox="1">
            <a:spLocks noGrp="1"/>
          </p:cNvSpPr>
          <p:nvPr>
            <p:ph type="body" idx="20"/>
          </p:nvPr>
        </p:nvSpPr>
        <p:spPr>
          <a:xfrm>
            <a:off x="8171835" y="3118079"/>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16"/>
          <p:cNvSpPr txBox="1">
            <a:spLocks noGrp="1"/>
          </p:cNvSpPr>
          <p:nvPr>
            <p:ph type="body" idx="21"/>
          </p:nvPr>
        </p:nvSpPr>
        <p:spPr>
          <a:xfrm>
            <a:off x="8171835" y="2839905"/>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16"/>
          <p:cNvSpPr>
            <a:spLocks noGrp="1"/>
          </p:cNvSpPr>
          <p:nvPr>
            <p:ph type="pic" idx="22"/>
          </p:nvPr>
        </p:nvSpPr>
        <p:spPr>
          <a:xfrm>
            <a:off x="939800" y="3660559"/>
            <a:ext cx="1489701" cy="1646272"/>
          </a:xfrm>
          <a:prstGeom prst="rect">
            <a:avLst/>
          </a:prstGeom>
          <a:noFill/>
          <a:ln>
            <a:noFill/>
          </a:ln>
        </p:spPr>
      </p:sp>
      <p:sp>
        <p:nvSpPr>
          <p:cNvPr id="196" name="Google Shape;196;p16"/>
          <p:cNvSpPr>
            <a:spLocks noGrp="1"/>
          </p:cNvSpPr>
          <p:nvPr>
            <p:ph type="pic" idx="23"/>
          </p:nvPr>
        </p:nvSpPr>
        <p:spPr>
          <a:xfrm>
            <a:off x="2730500" y="3660559"/>
            <a:ext cx="1489701" cy="1646272"/>
          </a:xfrm>
          <a:prstGeom prst="rect">
            <a:avLst/>
          </a:prstGeom>
          <a:noFill/>
          <a:ln>
            <a:noFill/>
          </a:ln>
        </p:spPr>
      </p:sp>
      <p:sp>
        <p:nvSpPr>
          <p:cNvPr id="197" name="Google Shape;197;p16"/>
          <p:cNvSpPr>
            <a:spLocks noGrp="1"/>
          </p:cNvSpPr>
          <p:nvPr>
            <p:ph type="pic" idx="24"/>
          </p:nvPr>
        </p:nvSpPr>
        <p:spPr>
          <a:xfrm>
            <a:off x="4533899" y="3660559"/>
            <a:ext cx="1489701" cy="1646272"/>
          </a:xfrm>
          <a:prstGeom prst="rect">
            <a:avLst/>
          </a:prstGeom>
          <a:noFill/>
          <a:ln>
            <a:noFill/>
          </a:ln>
        </p:spPr>
      </p:sp>
      <p:sp>
        <p:nvSpPr>
          <p:cNvPr id="198" name="Google Shape;198;p16"/>
          <p:cNvSpPr>
            <a:spLocks noGrp="1"/>
          </p:cNvSpPr>
          <p:nvPr>
            <p:ph type="pic" idx="25"/>
          </p:nvPr>
        </p:nvSpPr>
        <p:spPr>
          <a:xfrm>
            <a:off x="6375399" y="3660559"/>
            <a:ext cx="1489701" cy="1646272"/>
          </a:xfrm>
          <a:prstGeom prst="rect">
            <a:avLst/>
          </a:prstGeom>
          <a:noFill/>
          <a:ln>
            <a:noFill/>
          </a:ln>
        </p:spPr>
      </p:sp>
      <p:sp>
        <p:nvSpPr>
          <p:cNvPr id="199" name="Google Shape;199;p16"/>
          <p:cNvSpPr txBox="1">
            <a:spLocks noGrp="1"/>
          </p:cNvSpPr>
          <p:nvPr>
            <p:ph type="body" idx="26"/>
          </p:nvPr>
        </p:nvSpPr>
        <p:spPr>
          <a:xfrm>
            <a:off x="6375399"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16"/>
          <p:cNvSpPr txBox="1">
            <a:spLocks noGrp="1"/>
          </p:cNvSpPr>
          <p:nvPr>
            <p:ph type="body" idx="27"/>
          </p:nvPr>
        </p:nvSpPr>
        <p:spPr>
          <a:xfrm>
            <a:off x="6375399"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16"/>
          <p:cNvSpPr>
            <a:spLocks noGrp="1"/>
          </p:cNvSpPr>
          <p:nvPr>
            <p:ph type="pic" idx="28"/>
          </p:nvPr>
        </p:nvSpPr>
        <p:spPr>
          <a:xfrm>
            <a:off x="8171835" y="3660559"/>
            <a:ext cx="1489701" cy="1646272"/>
          </a:xfrm>
          <a:prstGeom prst="rect">
            <a:avLst/>
          </a:prstGeom>
          <a:noFill/>
          <a:ln>
            <a:noFill/>
          </a:ln>
        </p:spPr>
      </p:sp>
      <p:sp>
        <p:nvSpPr>
          <p:cNvPr id="202" name="Google Shape;202;p16"/>
          <p:cNvSpPr>
            <a:spLocks noGrp="1"/>
          </p:cNvSpPr>
          <p:nvPr>
            <p:ph type="pic" idx="29"/>
          </p:nvPr>
        </p:nvSpPr>
        <p:spPr>
          <a:xfrm>
            <a:off x="9969500" y="3660559"/>
            <a:ext cx="1489701" cy="1646272"/>
          </a:xfrm>
          <a:prstGeom prst="rect">
            <a:avLst/>
          </a:prstGeom>
          <a:noFill/>
          <a:ln>
            <a:noFill/>
          </a:ln>
        </p:spPr>
      </p:sp>
      <p:sp>
        <p:nvSpPr>
          <p:cNvPr id="203" name="Google Shape;203;p16"/>
          <p:cNvSpPr txBox="1"/>
          <p:nvPr/>
        </p:nvSpPr>
        <p:spPr>
          <a:xfrm>
            <a:off x="7908966"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04" name="Google Shape;204;p16"/>
          <p:cNvSpPr txBox="1">
            <a:spLocks noGrp="1"/>
          </p:cNvSpPr>
          <p:nvPr>
            <p:ph type="body" idx="30"/>
          </p:nvPr>
        </p:nvSpPr>
        <p:spPr>
          <a:xfrm>
            <a:off x="4533899"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16"/>
          <p:cNvSpPr txBox="1">
            <a:spLocks noGrp="1"/>
          </p:cNvSpPr>
          <p:nvPr>
            <p:ph type="body" idx="31"/>
          </p:nvPr>
        </p:nvSpPr>
        <p:spPr>
          <a:xfrm>
            <a:off x="4533899"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16"/>
          <p:cNvSpPr txBox="1"/>
          <p:nvPr/>
        </p:nvSpPr>
        <p:spPr>
          <a:xfrm>
            <a:off x="6067466"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07" name="Google Shape;207;p16"/>
          <p:cNvSpPr txBox="1">
            <a:spLocks noGrp="1"/>
          </p:cNvSpPr>
          <p:nvPr>
            <p:ph type="body" idx="32"/>
          </p:nvPr>
        </p:nvSpPr>
        <p:spPr>
          <a:xfrm>
            <a:off x="2730500"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16"/>
          <p:cNvSpPr txBox="1">
            <a:spLocks noGrp="1"/>
          </p:cNvSpPr>
          <p:nvPr>
            <p:ph type="body" idx="33"/>
          </p:nvPr>
        </p:nvSpPr>
        <p:spPr>
          <a:xfrm>
            <a:off x="2730500"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16"/>
          <p:cNvSpPr txBox="1"/>
          <p:nvPr/>
        </p:nvSpPr>
        <p:spPr>
          <a:xfrm>
            <a:off x="2730500"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10" name="Google Shape;210;p16"/>
          <p:cNvSpPr txBox="1">
            <a:spLocks noGrp="1"/>
          </p:cNvSpPr>
          <p:nvPr>
            <p:ph type="body" idx="34"/>
          </p:nvPr>
        </p:nvSpPr>
        <p:spPr>
          <a:xfrm>
            <a:off x="939800"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16"/>
          <p:cNvSpPr txBox="1">
            <a:spLocks noGrp="1"/>
          </p:cNvSpPr>
          <p:nvPr>
            <p:ph type="body" idx="35"/>
          </p:nvPr>
        </p:nvSpPr>
        <p:spPr>
          <a:xfrm>
            <a:off x="939800"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16"/>
          <p:cNvSpPr txBox="1"/>
          <p:nvPr/>
        </p:nvSpPr>
        <p:spPr>
          <a:xfrm>
            <a:off x="2488524"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13" name="Google Shape;213;p16"/>
          <p:cNvSpPr txBox="1">
            <a:spLocks noGrp="1"/>
          </p:cNvSpPr>
          <p:nvPr>
            <p:ph type="body" idx="36"/>
          </p:nvPr>
        </p:nvSpPr>
        <p:spPr>
          <a:xfrm>
            <a:off x="9969500"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4" name="Google Shape;214;p16"/>
          <p:cNvSpPr txBox="1">
            <a:spLocks noGrp="1"/>
          </p:cNvSpPr>
          <p:nvPr>
            <p:ph type="body" idx="37"/>
          </p:nvPr>
        </p:nvSpPr>
        <p:spPr>
          <a:xfrm>
            <a:off x="9969500"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5" name="Google Shape;215;p16"/>
          <p:cNvSpPr txBox="1">
            <a:spLocks noGrp="1"/>
          </p:cNvSpPr>
          <p:nvPr>
            <p:ph type="body" idx="38"/>
          </p:nvPr>
        </p:nvSpPr>
        <p:spPr>
          <a:xfrm>
            <a:off x="8171835" y="5648337"/>
            <a:ext cx="1489701" cy="36512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rgbClr val="838383"/>
              </a:buClr>
              <a:buSzPts val="1200"/>
              <a:buNone/>
              <a:defRPr sz="1200">
                <a:solidFill>
                  <a:srgbClr val="838383"/>
                </a:solidFill>
                <a:latin typeface="DM Sans"/>
                <a:ea typeface="DM Sans"/>
                <a:cs typeface="DM Sans"/>
                <a:sym typeface="DM Sans"/>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6" name="Google Shape;216;p16"/>
          <p:cNvSpPr txBox="1">
            <a:spLocks noGrp="1"/>
          </p:cNvSpPr>
          <p:nvPr>
            <p:ph type="body" idx="39"/>
          </p:nvPr>
        </p:nvSpPr>
        <p:spPr>
          <a:xfrm>
            <a:off x="8171835" y="5370163"/>
            <a:ext cx="1489701" cy="250135"/>
          </a:xfrm>
          <a:prstGeom prst="rect">
            <a:avLst/>
          </a:prstGeom>
          <a:noFill/>
          <a:ln>
            <a:noFill/>
          </a:ln>
        </p:spPr>
        <p:txBody>
          <a:bodyPr spcFirstLastPara="1" wrap="square" lIns="0" tIns="45700" rIns="72000" bIns="4570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Geologica Medium"/>
                <a:ea typeface="Geologica Medium"/>
                <a:cs typeface="Geologica Medium"/>
                <a:sym typeface="Geologica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16"/>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18" name="Google Shape;218;p16"/>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19" name="Google Shape;219;p16"/>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220" name="Google Shape;220;p16"/>
          <p:cNvSpPr txBox="1"/>
          <p:nvPr/>
        </p:nvSpPr>
        <p:spPr>
          <a:xfrm>
            <a:off x="6375399"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1" name="Google Shape;221;p16"/>
          <p:cNvSpPr txBox="1"/>
          <p:nvPr/>
        </p:nvSpPr>
        <p:spPr>
          <a:xfrm>
            <a:off x="4533899"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2" name="Google Shape;222;p16"/>
          <p:cNvSpPr txBox="1"/>
          <p:nvPr/>
        </p:nvSpPr>
        <p:spPr>
          <a:xfrm>
            <a:off x="2730500"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3" name="Google Shape;223;p16"/>
          <p:cNvSpPr txBox="1"/>
          <p:nvPr/>
        </p:nvSpPr>
        <p:spPr>
          <a:xfrm>
            <a:off x="939800" y="3705101"/>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4" name="Google Shape;224;p16"/>
          <p:cNvSpPr txBox="1"/>
          <p:nvPr/>
        </p:nvSpPr>
        <p:spPr>
          <a:xfrm>
            <a:off x="7908966"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5" name="Google Shape;225;p16"/>
          <p:cNvSpPr txBox="1"/>
          <p:nvPr/>
        </p:nvSpPr>
        <p:spPr>
          <a:xfrm>
            <a:off x="6067466"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6" name="Google Shape;226;p16"/>
          <p:cNvSpPr txBox="1"/>
          <p:nvPr/>
        </p:nvSpPr>
        <p:spPr>
          <a:xfrm>
            <a:off x="2730500"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27" name="Google Shape;227;p16"/>
          <p:cNvSpPr txBox="1"/>
          <p:nvPr/>
        </p:nvSpPr>
        <p:spPr>
          <a:xfrm>
            <a:off x="2488524" y="623535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Title - Blue">
  <p:cSld name="5_Title - Blue">
    <p:spTree>
      <p:nvGrpSpPr>
        <p:cNvPr id="1" name="Shape 228"/>
        <p:cNvGrpSpPr/>
        <p:nvPr/>
      </p:nvGrpSpPr>
      <p:grpSpPr>
        <a:xfrm>
          <a:off x="0" y="0"/>
          <a:ext cx="0" cy="0"/>
          <a:chOff x="0" y="0"/>
          <a:chExt cx="0" cy="0"/>
        </a:xfrm>
      </p:grpSpPr>
      <p:pic>
        <p:nvPicPr>
          <p:cNvPr id="229" name="Google Shape;229;p17"/>
          <p:cNvPicPr preferRelativeResize="0"/>
          <p:nvPr/>
        </p:nvPicPr>
        <p:blipFill rotWithShape="1">
          <a:blip r:embed="rId2">
            <a:alphaModFix/>
          </a:blip>
          <a:srcRect l="-7243" t="5698" r="5419" b="27692"/>
          <a:stretch/>
        </p:blipFill>
        <p:spPr>
          <a:xfrm>
            <a:off x="3447052" y="0"/>
            <a:ext cx="8744948" cy="6858000"/>
          </a:xfrm>
          <a:prstGeom prst="rect">
            <a:avLst/>
          </a:prstGeom>
          <a:noFill/>
          <a:ln>
            <a:noFill/>
          </a:ln>
        </p:spPr>
      </p:pic>
      <p:pic>
        <p:nvPicPr>
          <p:cNvPr id="230" name="Google Shape;230;p17"/>
          <p:cNvPicPr preferRelativeResize="0"/>
          <p:nvPr/>
        </p:nvPicPr>
        <p:blipFill rotWithShape="1">
          <a:blip r:embed="rId3">
            <a:alphaModFix/>
          </a:blip>
          <a:srcRect/>
          <a:stretch/>
        </p:blipFill>
        <p:spPr>
          <a:xfrm>
            <a:off x="785192" y="758129"/>
            <a:ext cx="1094400" cy="547200"/>
          </a:xfrm>
          <a:prstGeom prst="rect">
            <a:avLst/>
          </a:prstGeom>
          <a:noFill/>
          <a:ln>
            <a:noFill/>
          </a:ln>
        </p:spPr>
      </p:pic>
      <p:sp>
        <p:nvSpPr>
          <p:cNvPr id="231" name="Google Shape;231;p17"/>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1"/>
                </a:solidFill>
                <a:latin typeface="Geologica Light"/>
                <a:ea typeface="Geologica Light"/>
                <a:cs typeface="Geologica Light"/>
                <a:sym typeface="Geologica Light"/>
              </a:defRPr>
            </a:lvl1pPr>
            <a:lvl2pPr marL="0" lvl="1" indent="0" algn="r">
              <a:spcBef>
                <a:spcPts val="0"/>
              </a:spcBef>
              <a:buNone/>
              <a:defRPr sz="1200" b="0" i="0" u="none" strike="noStrike" cap="none">
                <a:solidFill>
                  <a:schemeClr val="dk1"/>
                </a:solidFill>
                <a:latin typeface="Geologica Light"/>
                <a:ea typeface="Geologica Light"/>
                <a:cs typeface="Geologica Light"/>
                <a:sym typeface="Geologica Light"/>
              </a:defRPr>
            </a:lvl2pPr>
            <a:lvl3pPr marL="0" lvl="2" indent="0" algn="r">
              <a:spcBef>
                <a:spcPts val="0"/>
              </a:spcBef>
              <a:buNone/>
              <a:defRPr sz="1200" b="0" i="0" u="none" strike="noStrike" cap="none">
                <a:solidFill>
                  <a:schemeClr val="dk1"/>
                </a:solidFill>
                <a:latin typeface="Geologica Light"/>
                <a:ea typeface="Geologica Light"/>
                <a:cs typeface="Geologica Light"/>
                <a:sym typeface="Geologica Light"/>
              </a:defRPr>
            </a:lvl3pPr>
            <a:lvl4pPr marL="0" lvl="3" indent="0" algn="r">
              <a:spcBef>
                <a:spcPts val="0"/>
              </a:spcBef>
              <a:buNone/>
              <a:defRPr sz="1200" b="0" i="0" u="none" strike="noStrike" cap="none">
                <a:solidFill>
                  <a:schemeClr val="dk1"/>
                </a:solidFill>
                <a:latin typeface="Geologica Light"/>
                <a:ea typeface="Geologica Light"/>
                <a:cs typeface="Geologica Light"/>
                <a:sym typeface="Geologica Light"/>
              </a:defRPr>
            </a:lvl4pPr>
            <a:lvl5pPr marL="0" lvl="4" indent="0" algn="r">
              <a:spcBef>
                <a:spcPts val="0"/>
              </a:spcBef>
              <a:buNone/>
              <a:defRPr sz="1200" b="0" i="0" u="none" strike="noStrike" cap="none">
                <a:solidFill>
                  <a:schemeClr val="dk1"/>
                </a:solidFill>
                <a:latin typeface="Geologica Light"/>
                <a:ea typeface="Geologica Light"/>
                <a:cs typeface="Geologica Light"/>
                <a:sym typeface="Geologica Light"/>
              </a:defRPr>
            </a:lvl5pPr>
            <a:lvl6pPr marL="0" lvl="5" indent="0" algn="r">
              <a:spcBef>
                <a:spcPts val="0"/>
              </a:spcBef>
              <a:buNone/>
              <a:defRPr sz="1200" b="0" i="0" u="none" strike="noStrike" cap="none">
                <a:solidFill>
                  <a:schemeClr val="dk1"/>
                </a:solidFill>
                <a:latin typeface="Geologica Light"/>
                <a:ea typeface="Geologica Light"/>
                <a:cs typeface="Geologica Light"/>
                <a:sym typeface="Geologica Light"/>
              </a:defRPr>
            </a:lvl6pPr>
            <a:lvl7pPr marL="0" lvl="6" indent="0" algn="r">
              <a:spcBef>
                <a:spcPts val="0"/>
              </a:spcBef>
              <a:buNone/>
              <a:defRPr sz="1200" b="0" i="0" u="none" strike="noStrike" cap="none">
                <a:solidFill>
                  <a:schemeClr val="dk1"/>
                </a:solidFill>
                <a:latin typeface="Geologica Light"/>
                <a:ea typeface="Geologica Light"/>
                <a:cs typeface="Geologica Light"/>
                <a:sym typeface="Geologica Light"/>
              </a:defRPr>
            </a:lvl7pPr>
            <a:lvl8pPr marL="0" lvl="7" indent="0" algn="r">
              <a:spcBef>
                <a:spcPts val="0"/>
              </a:spcBef>
              <a:buNone/>
              <a:defRPr sz="1200" b="0" i="0" u="none" strike="noStrike" cap="none">
                <a:solidFill>
                  <a:schemeClr val="dk1"/>
                </a:solidFill>
                <a:latin typeface="Geologica Light"/>
                <a:ea typeface="Geologica Light"/>
                <a:cs typeface="Geologica Light"/>
                <a:sym typeface="Geologica Light"/>
              </a:defRPr>
            </a:lvl8pPr>
            <a:lvl9pPr marL="0" lvl="8" indent="0" algn="r">
              <a:spcBef>
                <a:spcPts val="0"/>
              </a:spcBef>
              <a:buNone/>
              <a:defRPr sz="1200" b="0" i="0" u="none" strike="noStrike" cap="none">
                <a:solidFill>
                  <a:schemeClr val="dk1"/>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
        <p:nvSpPr>
          <p:cNvPr id="232" name="Google Shape;232;p17"/>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2000"/>
              <a:buFont typeface="Geologica"/>
              <a:buNone/>
              <a:defRPr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17"/>
          <p:cNvSpPr/>
          <p:nvPr/>
        </p:nvSpPr>
        <p:spPr>
          <a:xfrm>
            <a:off x="939115" y="824954"/>
            <a:ext cx="914400" cy="45719"/>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34" name="Google Shape;234;p17"/>
          <p:cNvPicPr preferRelativeResize="0"/>
          <p:nvPr/>
        </p:nvPicPr>
        <p:blipFill rotWithShape="1">
          <a:blip r:embed="rId4">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 Blue">
  <p:cSld name="Blank - Blue">
    <p:bg>
      <p:bgPr>
        <a:solidFill>
          <a:schemeClr val="accent2"/>
        </a:solidFill>
        <a:effectLst/>
      </p:bgPr>
    </p:bg>
    <p:spTree>
      <p:nvGrpSpPr>
        <p:cNvPr id="1" name="Shape 235"/>
        <p:cNvGrpSpPr/>
        <p:nvPr/>
      </p:nvGrpSpPr>
      <p:grpSpPr>
        <a:xfrm>
          <a:off x="0" y="0"/>
          <a:ext cx="0" cy="0"/>
          <a:chOff x="0" y="0"/>
          <a:chExt cx="0" cy="0"/>
        </a:xfrm>
      </p:grpSpPr>
      <p:sp>
        <p:nvSpPr>
          <p:cNvPr id="236" name="Google Shape;236;p18"/>
          <p:cNvSpPr txBox="1"/>
          <p:nvPr/>
        </p:nvSpPr>
        <p:spPr>
          <a:xfrm>
            <a:off x="3289852" y="-67541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37" name="Google Shape;237;p18"/>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38" name="Google Shape;238;p18"/>
          <p:cNvSpPr txBox="1"/>
          <p:nvPr/>
        </p:nvSpPr>
        <p:spPr>
          <a:xfrm>
            <a:off x="11914632" y="6437376"/>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39" name="Google Shape;239;p18"/>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240" name="Google Shape;240;p18"/>
          <p:cNvSpPr txBox="1"/>
          <p:nvPr/>
        </p:nvSpPr>
        <p:spPr>
          <a:xfrm>
            <a:off x="3289852" y="-67541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41" name="Google Shape;241;p18"/>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42" name="Google Shape;242;p18"/>
          <p:cNvSpPr txBox="1"/>
          <p:nvPr/>
        </p:nvSpPr>
        <p:spPr>
          <a:xfrm>
            <a:off x="11914632" y="6437376"/>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43" name="Google Shape;243;p18"/>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lnk - Dark">
  <p:cSld name="Balnk - Dark">
    <p:bg>
      <p:bgPr>
        <a:solidFill>
          <a:srgbClr val="0F0F31"/>
        </a:solidFill>
        <a:effectLst/>
      </p:bgPr>
    </p:bg>
    <p:spTree>
      <p:nvGrpSpPr>
        <p:cNvPr id="1" name="Shape 244"/>
        <p:cNvGrpSpPr/>
        <p:nvPr/>
      </p:nvGrpSpPr>
      <p:grpSpPr>
        <a:xfrm>
          <a:off x="0" y="0"/>
          <a:ext cx="0" cy="0"/>
          <a:chOff x="0" y="0"/>
          <a:chExt cx="0" cy="0"/>
        </a:xfrm>
      </p:grpSpPr>
      <p:sp>
        <p:nvSpPr>
          <p:cNvPr id="245" name="Google Shape;245;p19"/>
          <p:cNvSpPr txBox="1"/>
          <p:nvPr/>
        </p:nvSpPr>
        <p:spPr>
          <a:xfrm>
            <a:off x="3289852" y="-67541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46" name="Google Shape;246;p19"/>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47" name="Google Shape;247;p19"/>
          <p:cNvSpPr txBox="1"/>
          <p:nvPr/>
        </p:nvSpPr>
        <p:spPr>
          <a:xfrm>
            <a:off x="11914632" y="6437376"/>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48" name="Google Shape;248;p19"/>
          <p:cNvPicPr preferRelativeResize="0"/>
          <p:nvPr/>
        </p:nvPicPr>
        <p:blipFill rotWithShape="1">
          <a:blip r:embed="rId2">
            <a:alphaModFix/>
          </a:blip>
          <a:srcRect/>
          <a:stretch/>
        </p:blipFill>
        <p:spPr>
          <a:xfrm>
            <a:off x="301125" y="6395975"/>
            <a:ext cx="583200" cy="291600"/>
          </a:xfrm>
          <a:prstGeom prst="rect">
            <a:avLst/>
          </a:prstGeom>
          <a:noFill/>
          <a:ln>
            <a:noFill/>
          </a:ln>
        </p:spPr>
      </p:pic>
      <p:sp>
        <p:nvSpPr>
          <p:cNvPr id="249" name="Google Shape;249;p19"/>
          <p:cNvSpPr txBox="1"/>
          <p:nvPr/>
        </p:nvSpPr>
        <p:spPr>
          <a:xfrm>
            <a:off x="3289852" y="-67541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50" name="Google Shape;250;p19"/>
          <p:cNvSpPr txBox="1"/>
          <p:nvPr/>
        </p:nvSpPr>
        <p:spPr>
          <a:xfrm>
            <a:off x="4753232" y="118624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sp>
        <p:nvSpPr>
          <p:cNvPr id="251" name="Google Shape;251;p19"/>
          <p:cNvSpPr txBox="1"/>
          <p:nvPr/>
        </p:nvSpPr>
        <p:spPr>
          <a:xfrm>
            <a:off x="11914632" y="6437376"/>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lt1"/>
              </a:solidFill>
              <a:latin typeface="DM Sans"/>
              <a:ea typeface="DM Sans"/>
              <a:cs typeface="DM Sans"/>
              <a:sym typeface="DM Sans"/>
            </a:endParaRPr>
          </a:p>
        </p:txBody>
      </p:sp>
      <p:pic>
        <p:nvPicPr>
          <p:cNvPr id="252" name="Google Shape;252;p19"/>
          <p:cNvPicPr preferRelativeResize="0"/>
          <p:nvPr/>
        </p:nvPicPr>
        <p:blipFill rotWithShape="1">
          <a:blip r:embed="rId2">
            <a:alphaModFix/>
          </a:blip>
          <a:srcRect/>
          <a:stretch/>
        </p:blipFill>
        <p:spPr>
          <a:xfrm>
            <a:off x="301125" y="6395975"/>
            <a:ext cx="583200" cy="291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Zero slide">
  <p:cSld name="Zero slide">
    <p:spTree>
      <p:nvGrpSpPr>
        <p:cNvPr id="1" name="Shape 253"/>
        <p:cNvGrpSpPr/>
        <p:nvPr/>
      </p:nvGrpSpPr>
      <p:grpSpPr>
        <a:xfrm>
          <a:off x="0" y="0"/>
          <a:ext cx="0" cy="0"/>
          <a:chOff x="0" y="0"/>
          <a:chExt cx="0" cy="0"/>
        </a:xfrm>
      </p:grpSpPr>
      <p:sp>
        <p:nvSpPr>
          <p:cNvPr id="254" name="Google Shape;254;p20"/>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55" name="Google Shape;255;p20"/>
          <p:cNvSpPr txBox="1"/>
          <p:nvPr/>
        </p:nvSpPr>
        <p:spPr>
          <a:xfrm>
            <a:off x="3289852" y="-695739"/>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 Slide">
  <p:cSld name="9 Slide">
    <p:bg>
      <p:bgPr>
        <a:blipFill>
          <a:blip r:embed="rId2">
            <a:alphaModFix/>
          </a:blip>
          <a:stretch>
            <a:fillRect/>
          </a:stretch>
        </a:blipFill>
        <a:effectLst/>
      </p:bgPr>
    </p:bg>
    <p:spTree>
      <p:nvGrpSpPr>
        <p:cNvPr id="1" name="Shape 2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90909"/>
              </a:buClr>
              <a:buSzPts val="4400"/>
              <a:buFont typeface="Geologica"/>
              <a:buNone/>
              <a:defRPr sz="4400" b="1" i="0" u="none" strike="noStrike" cap="none">
                <a:solidFill>
                  <a:srgbClr val="090909"/>
                </a:solidFill>
                <a:latin typeface="Geologica"/>
                <a:ea typeface="Geologica"/>
                <a:cs typeface="Geologica"/>
                <a:sym typeface="Geologic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4"/>
            <a:ext cx="10515600" cy="4351339"/>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Geologica"/>
                <a:ea typeface="Geologica"/>
                <a:cs typeface="Geologica"/>
                <a:sym typeface="Geologica"/>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Geologica"/>
                <a:ea typeface="Geologica"/>
                <a:cs typeface="Geologica"/>
                <a:sym typeface="Geologica"/>
              </a:defRPr>
            </a:lvl2pPr>
            <a:lvl3pPr marL="1371600" marR="0" lvl="2"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DM Sans"/>
                <a:ea typeface="DM Sans"/>
                <a:cs typeface="DM Sans"/>
                <a:sym typeface="DM Sans"/>
              </a:defRPr>
            </a:lvl4pPr>
            <a:lvl5pPr marL="2286000" marR="0" lvl="4" indent="-330200" algn="l" rtl="0">
              <a:lnSpc>
                <a:spcPct val="90000"/>
              </a:lnSpc>
              <a:spcBef>
                <a:spcPts val="500"/>
              </a:spcBef>
              <a:spcAft>
                <a:spcPts val="0"/>
              </a:spcAft>
              <a:buClr>
                <a:schemeClr val="dk1"/>
              </a:buClr>
              <a:buSzPts val="1600"/>
              <a:buFont typeface="Arial"/>
              <a:buChar char="•"/>
              <a:defRPr sz="1600" b="1" i="0" u="none" strike="noStrike" cap="none">
                <a:solidFill>
                  <a:schemeClr val="dk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M Sans"/>
                <a:ea typeface="DM Sans"/>
                <a:cs typeface="DM Sans"/>
                <a:sym typeface="DM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M Sans"/>
                <a:ea typeface="DM Sans"/>
                <a:cs typeface="DM Sans"/>
                <a:sym typeface="DM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M Sans"/>
                <a:ea typeface="DM Sans"/>
                <a:cs typeface="DM Sans"/>
                <a:sym typeface="DM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DM Sans"/>
                <a:ea typeface="DM Sans"/>
                <a:cs typeface="DM Sans"/>
                <a:sym typeface="DM Sans"/>
              </a:defRPr>
            </a:lvl9pPr>
          </a:lstStyle>
          <a:p>
            <a:endParaRPr/>
          </a:p>
        </p:txBody>
      </p:sp>
      <p:sp>
        <p:nvSpPr>
          <p:cNvPr id="12" name="Google Shape;12;p1"/>
          <p:cNvSpPr txBox="1">
            <a:spLocks noGrp="1"/>
          </p:cNvSpPr>
          <p:nvPr>
            <p:ph type="sldNum" idx="12"/>
          </p:nvPr>
        </p:nvSpPr>
        <p:spPr>
          <a:xfrm>
            <a:off x="838200" y="6356355"/>
            <a:ext cx="10515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Geologica Light"/>
                <a:ea typeface="Geologica Light"/>
                <a:cs typeface="Geologica Light"/>
                <a:sym typeface="Geologica Light"/>
              </a:defRPr>
            </a:lvl1pPr>
            <a:lvl2pPr marL="0" marR="0" lvl="1" indent="0" algn="r" rtl="0">
              <a:spcBef>
                <a:spcPts val="0"/>
              </a:spcBef>
              <a:buNone/>
              <a:defRPr sz="1200" b="0" i="0" u="none" strike="noStrike" cap="none">
                <a:solidFill>
                  <a:srgbClr val="888888"/>
                </a:solidFill>
                <a:latin typeface="Geologica Light"/>
                <a:ea typeface="Geologica Light"/>
                <a:cs typeface="Geologica Light"/>
                <a:sym typeface="Geologica Light"/>
              </a:defRPr>
            </a:lvl2pPr>
            <a:lvl3pPr marL="0" marR="0" lvl="2" indent="0" algn="r" rtl="0">
              <a:spcBef>
                <a:spcPts val="0"/>
              </a:spcBef>
              <a:buNone/>
              <a:defRPr sz="1200" b="0" i="0" u="none" strike="noStrike" cap="none">
                <a:solidFill>
                  <a:srgbClr val="888888"/>
                </a:solidFill>
                <a:latin typeface="Geologica Light"/>
                <a:ea typeface="Geologica Light"/>
                <a:cs typeface="Geologica Light"/>
                <a:sym typeface="Geologica Light"/>
              </a:defRPr>
            </a:lvl3pPr>
            <a:lvl4pPr marL="0" marR="0" lvl="3" indent="0" algn="r" rtl="0">
              <a:spcBef>
                <a:spcPts val="0"/>
              </a:spcBef>
              <a:buNone/>
              <a:defRPr sz="1200" b="0" i="0" u="none" strike="noStrike" cap="none">
                <a:solidFill>
                  <a:srgbClr val="888888"/>
                </a:solidFill>
                <a:latin typeface="Geologica Light"/>
                <a:ea typeface="Geologica Light"/>
                <a:cs typeface="Geologica Light"/>
                <a:sym typeface="Geologica Light"/>
              </a:defRPr>
            </a:lvl4pPr>
            <a:lvl5pPr marL="0" marR="0" lvl="4" indent="0" algn="r" rtl="0">
              <a:spcBef>
                <a:spcPts val="0"/>
              </a:spcBef>
              <a:buNone/>
              <a:defRPr sz="1200" b="0" i="0" u="none" strike="noStrike" cap="none">
                <a:solidFill>
                  <a:srgbClr val="888888"/>
                </a:solidFill>
                <a:latin typeface="Geologica Light"/>
                <a:ea typeface="Geologica Light"/>
                <a:cs typeface="Geologica Light"/>
                <a:sym typeface="Geologica Light"/>
              </a:defRPr>
            </a:lvl5pPr>
            <a:lvl6pPr marL="0" marR="0" lvl="5" indent="0" algn="r" rtl="0">
              <a:spcBef>
                <a:spcPts val="0"/>
              </a:spcBef>
              <a:buNone/>
              <a:defRPr sz="1200" b="0" i="0" u="none" strike="noStrike" cap="none">
                <a:solidFill>
                  <a:srgbClr val="888888"/>
                </a:solidFill>
                <a:latin typeface="Geologica Light"/>
                <a:ea typeface="Geologica Light"/>
                <a:cs typeface="Geologica Light"/>
                <a:sym typeface="Geologica Light"/>
              </a:defRPr>
            </a:lvl6pPr>
            <a:lvl7pPr marL="0" marR="0" lvl="6" indent="0" algn="r" rtl="0">
              <a:spcBef>
                <a:spcPts val="0"/>
              </a:spcBef>
              <a:buNone/>
              <a:defRPr sz="1200" b="0" i="0" u="none" strike="noStrike" cap="none">
                <a:solidFill>
                  <a:srgbClr val="888888"/>
                </a:solidFill>
                <a:latin typeface="Geologica Light"/>
                <a:ea typeface="Geologica Light"/>
                <a:cs typeface="Geologica Light"/>
                <a:sym typeface="Geologica Light"/>
              </a:defRPr>
            </a:lvl7pPr>
            <a:lvl8pPr marL="0" marR="0" lvl="7" indent="0" algn="r" rtl="0">
              <a:spcBef>
                <a:spcPts val="0"/>
              </a:spcBef>
              <a:buNone/>
              <a:defRPr sz="1200" b="0" i="0" u="none" strike="noStrike" cap="none">
                <a:solidFill>
                  <a:srgbClr val="888888"/>
                </a:solidFill>
                <a:latin typeface="Geologica Light"/>
                <a:ea typeface="Geologica Light"/>
                <a:cs typeface="Geologica Light"/>
                <a:sym typeface="Geologica Light"/>
              </a:defRPr>
            </a:lvl8pPr>
            <a:lvl9pPr marL="0" marR="0" lvl="8" indent="0" algn="r" rtl="0">
              <a:spcBef>
                <a:spcPts val="0"/>
              </a:spcBef>
              <a:buNone/>
              <a:defRPr sz="1200" b="0" i="0" u="none" strike="noStrike" cap="none">
                <a:solidFill>
                  <a:srgbClr val="888888"/>
                </a:solidFill>
                <a:latin typeface="Geologica Light"/>
                <a:ea typeface="Geologica Light"/>
                <a:cs typeface="Geologica Light"/>
                <a:sym typeface="Geologica Ligh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pypi.org/project/beautifulsoup4/"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hyperlink" Target="https://example.com" TargetMode="External"/><Relationship Id="rId4" Type="http://schemas.openxmlformats.org/officeDocument/2006/relationships/hyperlink" Target="https://pypi.org/project/request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docs.python.org/3/library/xml.etree.elementtree.html"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pypi.org/project/lxml/4.9.1/"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2"/>
          <p:cNvSpPr txBox="1">
            <a:spLocks noGrp="1"/>
          </p:cNvSpPr>
          <p:nvPr>
            <p:ph type="ctrTitle"/>
          </p:nvPr>
        </p:nvSpPr>
        <p:spPr>
          <a:xfrm>
            <a:off x="374000" y="4931350"/>
            <a:ext cx="11817900" cy="1828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500" b="0">
              <a:solidFill>
                <a:srgbClr val="000000"/>
              </a:solidFill>
              <a:highlight>
                <a:srgbClr val="FFFFFF"/>
              </a:highlight>
              <a:latin typeface="Arial"/>
              <a:ea typeface="Arial"/>
              <a:cs typeface="Arial"/>
              <a:sym typeface="Arial"/>
            </a:endParaRPr>
          </a:p>
          <a:p>
            <a:pPr marL="0" lvl="0" indent="457200" algn="l" rtl="0">
              <a:lnSpc>
                <a:spcPct val="115000"/>
              </a:lnSpc>
              <a:spcBef>
                <a:spcPts val="0"/>
              </a:spcBef>
              <a:spcAft>
                <a:spcPts val="0"/>
              </a:spcAft>
              <a:buNone/>
            </a:pPr>
            <a:r>
              <a:rPr lang="en-US" sz="2500">
                <a:solidFill>
                  <a:srgbClr val="F7F7F7"/>
                </a:solidFill>
              </a:rPr>
              <a:t>Web Scraping </a:t>
            </a:r>
            <a:endParaRPr sz="6700">
              <a:solidFill>
                <a:srgbClr val="F7F7F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3"/>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734"/>
              </a:buClr>
              <a:buSzPts val="2400"/>
              <a:buFont typeface="Geologica"/>
              <a:buNone/>
            </a:pPr>
            <a:r>
              <a:rPr lang="en-US">
                <a:latin typeface="Geologica"/>
                <a:ea typeface="Geologica"/>
                <a:cs typeface="Geologica"/>
                <a:sym typeface="Geologica"/>
              </a:rPr>
              <a:t>Summary </a:t>
            </a:r>
            <a:endParaRPr/>
          </a:p>
        </p:txBody>
      </p:sp>
      <p:sp>
        <p:nvSpPr>
          <p:cNvPr id="267" name="Google Shape;267;p23"/>
          <p:cNvSpPr txBox="1">
            <a:spLocks noGrp="1"/>
          </p:cNvSpPr>
          <p:nvPr>
            <p:ph type="body" idx="1"/>
          </p:nvPr>
        </p:nvSpPr>
        <p:spPr>
          <a:xfrm>
            <a:off x="838190" y="1416150"/>
            <a:ext cx="10515600" cy="40257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171734"/>
              </a:buClr>
              <a:buSzPts val="1600"/>
              <a:buNone/>
            </a:pPr>
            <a:endParaRPr>
              <a:latin typeface="Geologica"/>
              <a:ea typeface="Geologica"/>
              <a:cs typeface="Geologica"/>
              <a:sym typeface="Geologica"/>
            </a:endParaRPr>
          </a:p>
          <a:p>
            <a:pPr marL="457200" lvl="0" indent="-342900" algn="l" rtl="0">
              <a:lnSpc>
                <a:spcPct val="115000"/>
              </a:lnSpc>
              <a:spcBef>
                <a:spcPts val="0"/>
              </a:spcBef>
              <a:spcAft>
                <a:spcPts val="0"/>
              </a:spcAft>
              <a:buClr>
                <a:srgbClr val="000000"/>
              </a:buClr>
              <a:buSzPts val="1800"/>
              <a:buFont typeface="Geologica"/>
              <a:buChar char="●"/>
            </a:pPr>
            <a:r>
              <a:rPr lang="en-US" sz="1800">
                <a:solidFill>
                  <a:srgbClr val="000000"/>
                </a:solidFill>
                <a:highlight>
                  <a:srgbClr val="FFFFFF"/>
                </a:highlight>
                <a:latin typeface="Geologica"/>
                <a:ea typeface="Geologica"/>
                <a:cs typeface="Geologica"/>
                <a:sym typeface="Geologica"/>
              </a:rPr>
              <a:t>Introduction to web scraping</a:t>
            </a:r>
            <a:endParaRPr sz="1800">
              <a:solidFill>
                <a:srgbClr val="000000"/>
              </a:solidFill>
              <a:highlight>
                <a:srgbClr val="FFFFFF"/>
              </a:highlight>
              <a:latin typeface="Geologica"/>
              <a:ea typeface="Geologica"/>
              <a:cs typeface="Geologica"/>
              <a:sym typeface="Geologica"/>
            </a:endParaRPr>
          </a:p>
          <a:p>
            <a:pPr marL="457200" lvl="0" indent="-342900" algn="l" rtl="0">
              <a:lnSpc>
                <a:spcPct val="115000"/>
              </a:lnSpc>
              <a:spcBef>
                <a:spcPts val="0"/>
              </a:spcBef>
              <a:spcAft>
                <a:spcPts val="0"/>
              </a:spcAft>
              <a:buClr>
                <a:srgbClr val="000000"/>
              </a:buClr>
              <a:buSzPts val="1800"/>
              <a:buFont typeface="Geologica"/>
              <a:buChar char="●"/>
            </a:pPr>
            <a:r>
              <a:rPr lang="en-US" sz="1800">
                <a:solidFill>
                  <a:srgbClr val="000000"/>
                </a:solidFill>
                <a:highlight>
                  <a:srgbClr val="FFFFFF"/>
                </a:highlight>
                <a:latin typeface="Geologica"/>
                <a:ea typeface="Geologica"/>
                <a:cs typeface="Geologica"/>
                <a:sym typeface="Geologica"/>
              </a:rPr>
              <a:t>Extracting data with BeautifulSoup and requests</a:t>
            </a:r>
            <a:endParaRPr sz="1800">
              <a:solidFill>
                <a:srgbClr val="000000"/>
              </a:solidFill>
              <a:highlight>
                <a:srgbClr val="FFFFFF"/>
              </a:highlight>
              <a:latin typeface="Geologica"/>
              <a:ea typeface="Geologica"/>
              <a:cs typeface="Geologica"/>
              <a:sym typeface="Geologica"/>
            </a:endParaRPr>
          </a:p>
          <a:p>
            <a:pPr marL="457200" lvl="0" indent="-342900" algn="l" rtl="0">
              <a:lnSpc>
                <a:spcPct val="115000"/>
              </a:lnSpc>
              <a:spcBef>
                <a:spcPts val="0"/>
              </a:spcBef>
              <a:spcAft>
                <a:spcPts val="0"/>
              </a:spcAft>
              <a:buClr>
                <a:srgbClr val="000000"/>
              </a:buClr>
              <a:buSzPts val="1800"/>
              <a:buFont typeface="Geologica"/>
              <a:buChar char="●"/>
            </a:pPr>
            <a:r>
              <a:rPr lang="en-US" sz="1800">
                <a:solidFill>
                  <a:srgbClr val="000000"/>
                </a:solidFill>
                <a:highlight>
                  <a:srgbClr val="FFFFFF"/>
                </a:highlight>
                <a:latin typeface="Geologica"/>
                <a:ea typeface="Geologica"/>
                <a:cs typeface="Geologica"/>
                <a:sym typeface="Geologica"/>
              </a:rPr>
              <a:t>Navigating HTML and XML files</a:t>
            </a:r>
            <a:endParaRPr sz="1800">
              <a:solidFill>
                <a:srgbClr val="000000"/>
              </a:solidFill>
              <a:highlight>
                <a:srgbClr val="FFFFFF"/>
              </a:highlight>
              <a:latin typeface="Geologica"/>
              <a:ea typeface="Geologica"/>
              <a:cs typeface="Geologica"/>
              <a:sym typeface="Geologica"/>
            </a:endParaRPr>
          </a:p>
          <a:p>
            <a:pPr marL="457200" lvl="0" indent="-342900" algn="l" rtl="0">
              <a:lnSpc>
                <a:spcPct val="115000"/>
              </a:lnSpc>
              <a:spcBef>
                <a:spcPts val="0"/>
              </a:spcBef>
              <a:spcAft>
                <a:spcPts val="0"/>
              </a:spcAft>
              <a:buClr>
                <a:srgbClr val="000000"/>
              </a:buClr>
              <a:buSzPts val="1800"/>
              <a:buFont typeface="Geologica"/>
              <a:buChar char="●"/>
            </a:pPr>
            <a:r>
              <a:rPr lang="en-US" sz="1800">
                <a:solidFill>
                  <a:srgbClr val="000000"/>
                </a:solidFill>
                <a:highlight>
                  <a:srgbClr val="FFFFFF"/>
                </a:highlight>
                <a:latin typeface="Geologica"/>
                <a:ea typeface="Geologica"/>
                <a:cs typeface="Geologica"/>
                <a:sym typeface="Geologica"/>
              </a:rPr>
              <a:t>Handling errors and timeouts</a:t>
            </a:r>
            <a:endParaRPr sz="1800">
              <a:solidFill>
                <a:srgbClr val="000000"/>
              </a:solidFill>
              <a:highlight>
                <a:srgbClr val="FFFFFF"/>
              </a:highlight>
              <a:latin typeface="Geologica"/>
              <a:ea typeface="Geologica"/>
              <a:cs typeface="Geologica"/>
              <a:sym typeface="Geologica"/>
            </a:endParaRPr>
          </a:p>
          <a:p>
            <a:pPr marL="457200" lvl="0" indent="-342900" algn="l" rtl="0">
              <a:lnSpc>
                <a:spcPct val="115000"/>
              </a:lnSpc>
              <a:spcBef>
                <a:spcPts val="0"/>
              </a:spcBef>
              <a:spcAft>
                <a:spcPts val="0"/>
              </a:spcAft>
              <a:buClr>
                <a:srgbClr val="000000"/>
              </a:buClr>
              <a:buSzPts val="1800"/>
              <a:buFont typeface="Geologica"/>
              <a:buChar char="●"/>
            </a:pPr>
            <a:r>
              <a:rPr lang="en-US" sz="1800">
                <a:solidFill>
                  <a:srgbClr val="000000"/>
                </a:solidFill>
                <a:highlight>
                  <a:srgbClr val="FFFFFF"/>
                </a:highlight>
                <a:latin typeface="Geologica"/>
                <a:ea typeface="Geologica"/>
                <a:cs typeface="Geologica"/>
                <a:sym typeface="Geologica"/>
              </a:rPr>
              <a:t>Conclusion</a:t>
            </a:r>
            <a:endParaRPr sz="1800">
              <a:solidFill>
                <a:srgbClr val="000000"/>
              </a:solidFill>
              <a:highlight>
                <a:srgbClr val="FFFFFF"/>
              </a:highlight>
              <a:latin typeface="Geologica"/>
              <a:ea typeface="Geologica"/>
              <a:cs typeface="Geologica"/>
              <a:sym typeface="Geologica"/>
            </a:endParaRPr>
          </a:p>
          <a:p>
            <a:pPr marL="457200" lvl="0" indent="0" algn="l" rtl="0">
              <a:lnSpc>
                <a:spcPct val="115000"/>
              </a:lnSpc>
              <a:spcBef>
                <a:spcPts val="0"/>
              </a:spcBef>
              <a:spcAft>
                <a:spcPts val="0"/>
              </a:spcAft>
              <a:buNone/>
            </a:pPr>
            <a:endParaRPr sz="1800">
              <a:latin typeface="Geologica"/>
              <a:ea typeface="Geologica"/>
              <a:cs typeface="Geologica"/>
              <a:sym typeface="Geologica"/>
            </a:endParaRPr>
          </a:p>
        </p:txBody>
      </p:sp>
      <p:sp>
        <p:nvSpPr>
          <p:cNvPr id="268" name="Google Shape;268;p23"/>
          <p:cNvSpPr txBox="1">
            <a:spLocks noGrp="1"/>
          </p:cNvSpPr>
          <p:nvPr>
            <p:ph type="sldNum" idx="12"/>
          </p:nvPr>
        </p:nvSpPr>
        <p:spPr>
          <a:xfrm>
            <a:off x="198785" y="6356355"/>
            <a:ext cx="1179443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4"/>
          <p:cNvSpPr txBox="1">
            <a:spLocks noGrp="1"/>
          </p:cNvSpPr>
          <p:nvPr>
            <p:ph type="body" idx="1"/>
          </p:nvPr>
        </p:nvSpPr>
        <p:spPr>
          <a:xfrm>
            <a:off x="2550375" y="4837125"/>
            <a:ext cx="5908800" cy="996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US"/>
              <a:t>Introduction to web scraping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5"/>
          <p:cNvSpPr txBox="1">
            <a:spLocks noGrp="1"/>
          </p:cNvSpPr>
          <p:nvPr>
            <p:ph type="title"/>
          </p:nvPr>
        </p:nvSpPr>
        <p:spPr>
          <a:xfrm>
            <a:off x="838200" y="365130"/>
            <a:ext cx="10515600" cy="45982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734"/>
              </a:buClr>
              <a:buSzPts val="2000"/>
              <a:buFont typeface="DM Sans"/>
              <a:buNone/>
            </a:pPr>
            <a:r>
              <a:rPr lang="en-US">
                <a:solidFill>
                  <a:srgbClr val="000000"/>
                </a:solidFill>
              </a:rPr>
              <a:t>Introduction to web scraping</a:t>
            </a:r>
            <a:endParaRPr sz="2900"/>
          </a:p>
        </p:txBody>
      </p:sp>
      <p:sp>
        <p:nvSpPr>
          <p:cNvPr id="279" name="Google Shape;279;p25"/>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80" name="Google Shape;280;p25"/>
          <p:cNvSpPr txBox="1"/>
          <p:nvPr/>
        </p:nvSpPr>
        <p:spPr>
          <a:xfrm>
            <a:off x="903750" y="1284750"/>
            <a:ext cx="10882800" cy="27312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1550"/>
              <a:buFont typeface="Arial"/>
              <a:buNone/>
            </a:pPr>
            <a:r>
              <a:rPr lang="en-US" sz="1800">
                <a:highlight>
                  <a:srgbClr val="FCFBFB"/>
                </a:highlight>
                <a:latin typeface="Geologica"/>
                <a:ea typeface="Geologica"/>
                <a:cs typeface="Geologica"/>
                <a:sym typeface="Geologica"/>
              </a:rPr>
              <a:t>Web scraping is the process of automatically extracting data from websites using software tools, enabling users to collect large amounts of information efficiently. Web scraping is important, especially for data analysis, research, and competitive intelligence.</a:t>
            </a:r>
            <a:endParaRPr sz="1800">
              <a:highlight>
                <a:srgbClr val="FCFBFB"/>
              </a:highlight>
              <a:latin typeface="Geologica"/>
              <a:ea typeface="Geologica"/>
              <a:cs typeface="Geologica"/>
              <a:sym typeface="Geologica"/>
            </a:endParaRPr>
          </a:p>
          <a:p>
            <a:pPr marL="0" marR="0" lvl="0" indent="0" algn="l" rtl="0">
              <a:lnSpc>
                <a:spcPct val="110000"/>
              </a:lnSpc>
              <a:spcBef>
                <a:spcPts val="0"/>
              </a:spcBef>
              <a:spcAft>
                <a:spcPts val="0"/>
              </a:spcAft>
              <a:buClr>
                <a:schemeClr val="dk1"/>
              </a:buClr>
              <a:buSzPts val="1550"/>
              <a:buFont typeface="Arial"/>
              <a:buNone/>
            </a:pPr>
            <a:endParaRPr sz="1800">
              <a:highlight>
                <a:srgbClr val="FCFBFB"/>
              </a:highlight>
              <a:latin typeface="Geologica"/>
              <a:ea typeface="Geologica"/>
              <a:cs typeface="Geologica"/>
              <a:sym typeface="Geologica"/>
            </a:endParaRPr>
          </a:p>
          <a:p>
            <a:pPr marL="0" marR="0" lvl="0" indent="457200" algn="l" rtl="0">
              <a:lnSpc>
                <a:spcPct val="110000"/>
              </a:lnSpc>
              <a:spcBef>
                <a:spcPts val="0"/>
              </a:spcBef>
              <a:spcAft>
                <a:spcPts val="0"/>
              </a:spcAft>
              <a:buClr>
                <a:schemeClr val="dk1"/>
              </a:buClr>
              <a:buSzPts val="1550"/>
              <a:buFont typeface="Arial"/>
              <a:buNone/>
            </a:pPr>
            <a:r>
              <a:rPr lang="en-US" sz="1600" b="1">
                <a:latin typeface="Geologica"/>
                <a:ea typeface="Geologica"/>
                <a:cs typeface="Geologica"/>
                <a:sym typeface="Geologica"/>
              </a:rPr>
              <a:t>Examples: </a:t>
            </a:r>
            <a:endParaRPr sz="1600" b="1">
              <a:latin typeface="Geologica"/>
              <a:ea typeface="Geologica"/>
              <a:cs typeface="Geologica"/>
              <a:sym typeface="Geologica"/>
            </a:endParaRPr>
          </a:p>
          <a:p>
            <a:pPr marL="457200" lvl="0" indent="-330200" algn="l" rtl="0">
              <a:lnSpc>
                <a:spcPct val="115000"/>
              </a:lnSpc>
              <a:spcBef>
                <a:spcPts val="0"/>
              </a:spcBef>
              <a:spcAft>
                <a:spcPts val="0"/>
              </a:spcAft>
              <a:buSzPts val="1600"/>
              <a:buFont typeface="Geologica"/>
              <a:buChar char="●"/>
            </a:pPr>
            <a:r>
              <a:rPr lang="en-US" sz="1600">
                <a:highlight>
                  <a:srgbClr val="FCFBFB"/>
                </a:highlight>
                <a:latin typeface="Geologica"/>
                <a:ea typeface="Geologica"/>
                <a:cs typeface="Geologica"/>
                <a:sym typeface="Geologica"/>
              </a:rPr>
              <a:t>Collecting product prices from e-commerce sites for price comparison.</a:t>
            </a:r>
            <a:endParaRPr sz="1600">
              <a:highlight>
                <a:srgbClr val="FCFBFB"/>
              </a:highlight>
              <a:latin typeface="Geologica"/>
              <a:ea typeface="Geologica"/>
              <a:cs typeface="Geologica"/>
              <a:sym typeface="Geologica"/>
            </a:endParaRPr>
          </a:p>
          <a:p>
            <a:pPr marL="457200" lvl="0" indent="-330200" algn="l" rtl="0">
              <a:lnSpc>
                <a:spcPct val="115000"/>
              </a:lnSpc>
              <a:spcBef>
                <a:spcPts val="0"/>
              </a:spcBef>
              <a:spcAft>
                <a:spcPts val="0"/>
              </a:spcAft>
              <a:buSzPts val="1600"/>
              <a:buFont typeface="Geologica"/>
              <a:buChar char="●"/>
            </a:pPr>
            <a:r>
              <a:rPr lang="en-US" sz="1600">
                <a:highlight>
                  <a:srgbClr val="FCFBFB"/>
                </a:highlight>
                <a:latin typeface="Geologica"/>
                <a:ea typeface="Geologica"/>
                <a:cs typeface="Geologica"/>
                <a:sym typeface="Geologica"/>
              </a:rPr>
              <a:t>Extracting news headlines for sentiment analysis.</a:t>
            </a:r>
            <a:endParaRPr sz="1600">
              <a:highlight>
                <a:srgbClr val="FCFBFB"/>
              </a:highlight>
              <a:latin typeface="Geologica"/>
              <a:ea typeface="Geologica"/>
              <a:cs typeface="Geologica"/>
              <a:sym typeface="Geologica"/>
            </a:endParaRPr>
          </a:p>
          <a:p>
            <a:pPr marL="457200" lvl="0" indent="-330200" algn="l" rtl="0">
              <a:lnSpc>
                <a:spcPct val="115000"/>
              </a:lnSpc>
              <a:spcBef>
                <a:spcPts val="0"/>
              </a:spcBef>
              <a:spcAft>
                <a:spcPts val="0"/>
              </a:spcAft>
              <a:buSzPts val="1600"/>
              <a:buFont typeface="Geologica"/>
              <a:buChar char="●"/>
            </a:pPr>
            <a:r>
              <a:rPr lang="en-US" sz="1600">
                <a:highlight>
                  <a:srgbClr val="FCFBFB"/>
                </a:highlight>
                <a:latin typeface="Geologica"/>
                <a:ea typeface="Geologica"/>
                <a:cs typeface="Geologica"/>
                <a:sym typeface="Geologica"/>
              </a:rPr>
              <a:t>Scraping job postings to analyze employment trends.</a:t>
            </a:r>
            <a:endParaRPr sz="1600">
              <a:highlight>
                <a:srgbClr val="FCFBFB"/>
              </a:highlight>
              <a:latin typeface="Geologica"/>
              <a:ea typeface="Geologica"/>
              <a:cs typeface="Geologica"/>
              <a:sym typeface="Geologica"/>
            </a:endParaRPr>
          </a:p>
          <a:p>
            <a:pPr marL="457200" lvl="0" indent="0" algn="l" rtl="0">
              <a:lnSpc>
                <a:spcPct val="110000"/>
              </a:lnSpc>
              <a:spcBef>
                <a:spcPts val="900"/>
              </a:spcBef>
              <a:spcAft>
                <a:spcPts val="0"/>
              </a:spcAft>
              <a:buNone/>
            </a:pPr>
            <a:endParaRPr sz="1600">
              <a:latin typeface="Geologica"/>
              <a:ea typeface="Geologica"/>
              <a:cs typeface="Geologica"/>
              <a:sym typeface="Geologica"/>
            </a:endParaRPr>
          </a:p>
        </p:txBody>
      </p:sp>
      <p:sp>
        <p:nvSpPr>
          <p:cNvPr id="281" name="Google Shape;281;p25"/>
          <p:cNvSpPr txBox="1"/>
          <p:nvPr/>
        </p:nvSpPr>
        <p:spPr>
          <a:xfrm>
            <a:off x="838200" y="4015950"/>
            <a:ext cx="10882800" cy="27312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1550"/>
              <a:buFont typeface="Arial"/>
              <a:buNone/>
            </a:pPr>
            <a:r>
              <a:rPr lang="en-US" sz="1800">
                <a:highlight>
                  <a:srgbClr val="FCFBFB"/>
                </a:highlight>
                <a:latin typeface="Geologica"/>
                <a:ea typeface="Geologica"/>
                <a:cs typeface="Geologica"/>
                <a:sym typeface="Geologica"/>
              </a:rPr>
              <a:t>How web scraping works (basic workflow):</a:t>
            </a:r>
            <a:endParaRPr sz="1800">
              <a:highlight>
                <a:srgbClr val="FCFBFB"/>
              </a:highlight>
              <a:latin typeface="Geologica"/>
              <a:ea typeface="Geologica"/>
              <a:cs typeface="Geologica"/>
              <a:sym typeface="Geologica"/>
            </a:endParaRPr>
          </a:p>
          <a:p>
            <a:pPr marL="0" marR="0" lvl="0" indent="0" algn="l" rtl="0">
              <a:lnSpc>
                <a:spcPct val="110000"/>
              </a:lnSpc>
              <a:spcBef>
                <a:spcPts val="0"/>
              </a:spcBef>
              <a:spcAft>
                <a:spcPts val="0"/>
              </a:spcAft>
              <a:buClr>
                <a:schemeClr val="dk1"/>
              </a:buClr>
              <a:buSzPts val="1550"/>
              <a:buFont typeface="Arial"/>
              <a:buNone/>
            </a:pPr>
            <a:endParaRPr sz="1600" b="1">
              <a:latin typeface="Geologica"/>
              <a:ea typeface="Geologica"/>
              <a:cs typeface="Geologica"/>
              <a:sym typeface="Geologica"/>
            </a:endParaRPr>
          </a:p>
          <a:p>
            <a:pPr marL="914400" lvl="0" indent="-330200" algn="l" rtl="0">
              <a:lnSpc>
                <a:spcPct val="115000"/>
              </a:lnSpc>
              <a:spcBef>
                <a:spcPts val="0"/>
              </a:spcBef>
              <a:spcAft>
                <a:spcPts val="0"/>
              </a:spcAft>
              <a:buSzPts val="1600"/>
              <a:buFont typeface="Geologica"/>
              <a:buAutoNum type="arabicPeriod"/>
            </a:pPr>
            <a:r>
              <a:rPr lang="en-US" sz="1600">
                <a:highlight>
                  <a:srgbClr val="FCFBFB"/>
                </a:highlight>
                <a:latin typeface="Geologica"/>
                <a:ea typeface="Geologica"/>
                <a:cs typeface="Geologica"/>
                <a:sym typeface="Geologica"/>
              </a:rPr>
              <a:t>We send HTTP requests to web-pages</a:t>
            </a:r>
            <a:endParaRPr sz="1600">
              <a:highlight>
                <a:srgbClr val="FCFBFB"/>
              </a:highlight>
              <a:latin typeface="Geologica"/>
              <a:ea typeface="Geologica"/>
              <a:cs typeface="Geologica"/>
              <a:sym typeface="Geologica"/>
            </a:endParaRPr>
          </a:p>
          <a:p>
            <a:pPr marL="914400" lvl="0" indent="-330200" algn="l" rtl="0">
              <a:lnSpc>
                <a:spcPct val="115000"/>
              </a:lnSpc>
              <a:spcBef>
                <a:spcPts val="0"/>
              </a:spcBef>
              <a:spcAft>
                <a:spcPts val="0"/>
              </a:spcAft>
              <a:buSzPts val="1600"/>
              <a:buFont typeface="Geologica"/>
              <a:buAutoNum type="arabicPeriod"/>
            </a:pPr>
            <a:r>
              <a:rPr lang="en-US" sz="1600">
                <a:highlight>
                  <a:srgbClr val="FCFBFB"/>
                </a:highlight>
                <a:latin typeface="Geologica"/>
                <a:ea typeface="Geologica"/>
                <a:cs typeface="Geologica"/>
                <a:sym typeface="Geologica"/>
              </a:rPr>
              <a:t>We receive HTML/XML content</a:t>
            </a:r>
            <a:endParaRPr sz="1600">
              <a:highlight>
                <a:srgbClr val="FCFBFB"/>
              </a:highlight>
              <a:latin typeface="Geologica"/>
              <a:ea typeface="Geologica"/>
              <a:cs typeface="Geologica"/>
              <a:sym typeface="Geologica"/>
            </a:endParaRPr>
          </a:p>
          <a:p>
            <a:pPr marL="914400" lvl="0" indent="-330200" algn="l" rtl="0">
              <a:lnSpc>
                <a:spcPct val="115000"/>
              </a:lnSpc>
              <a:spcBef>
                <a:spcPts val="0"/>
              </a:spcBef>
              <a:spcAft>
                <a:spcPts val="0"/>
              </a:spcAft>
              <a:buSzPts val="1600"/>
              <a:buFont typeface="Geologica"/>
              <a:buAutoNum type="arabicPeriod"/>
            </a:pPr>
            <a:r>
              <a:rPr lang="en-US" sz="1600">
                <a:highlight>
                  <a:srgbClr val="FCFBFB"/>
                </a:highlight>
                <a:latin typeface="Geologica"/>
                <a:ea typeface="Geologica"/>
                <a:cs typeface="Geologica"/>
                <a:sym typeface="Geologica"/>
              </a:rPr>
              <a:t>We parse and extract relevant data</a:t>
            </a:r>
            <a:endParaRPr sz="1600">
              <a:highlight>
                <a:srgbClr val="FCFBFB"/>
              </a:highlight>
              <a:latin typeface="Geologica"/>
              <a:ea typeface="Geologica"/>
              <a:cs typeface="Geologica"/>
              <a:sym typeface="Geologica"/>
            </a:endParaRPr>
          </a:p>
          <a:p>
            <a:pPr marL="914400" lvl="0" indent="-330200" algn="l" rtl="0">
              <a:lnSpc>
                <a:spcPct val="115000"/>
              </a:lnSpc>
              <a:spcBef>
                <a:spcPts val="0"/>
              </a:spcBef>
              <a:spcAft>
                <a:spcPts val="0"/>
              </a:spcAft>
              <a:buSzPts val="1600"/>
              <a:buFont typeface="Geologica"/>
              <a:buAutoNum type="arabicPeriod"/>
            </a:pPr>
            <a:r>
              <a:rPr lang="en-US" sz="1600">
                <a:highlight>
                  <a:srgbClr val="FCFBFB"/>
                </a:highlight>
                <a:latin typeface="Geologica"/>
                <a:ea typeface="Geologica"/>
                <a:cs typeface="Geologica"/>
                <a:sym typeface="Geologica"/>
              </a:rPr>
              <a:t>We store the data for further analysis</a:t>
            </a:r>
            <a:endParaRPr sz="1600">
              <a:highlight>
                <a:srgbClr val="FCFBFB"/>
              </a:highlight>
              <a:latin typeface="Geologica"/>
              <a:ea typeface="Geologica"/>
              <a:cs typeface="Geologica"/>
              <a:sym typeface="Geologica"/>
            </a:endParaRPr>
          </a:p>
          <a:p>
            <a:pPr marL="457200" lvl="0" indent="0" algn="l" rtl="0">
              <a:lnSpc>
                <a:spcPct val="110000"/>
              </a:lnSpc>
              <a:spcBef>
                <a:spcPts val="900"/>
              </a:spcBef>
              <a:spcAft>
                <a:spcPts val="0"/>
              </a:spcAft>
              <a:buNone/>
            </a:pPr>
            <a:endParaRPr sz="1600">
              <a:latin typeface="Geologica"/>
              <a:ea typeface="Geologica"/>
              <a:cs typeface="Geologica"/>
              <a:sym typeface="Geologic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6"/>
          <p:cNvSpPr txBox="1">
            <a:spLocks noGrp="1"/>
          </p:cNvSpPr>
          <p:nvPr>
            <p:ph type="body" idx="1"/>
          </p:nvPr>
        </p:nvSpPr>
        <p:spPr>
          <a:xfrm>
            <a:off x="2550375" y="4837125"/>
            <a:ext cx="6519000" cy="996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US"/>
              <a:t>Extracting data with BeautifulSoup and requests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7"/>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734"/>
              </a:buClr>
              <a:buSzPts val="2000"/>
              <a:buFont typeface="Geologica"/>
              <a:buNone/>
            </a:pPr>
            <a:r>
              <a:rPr lang="en-US" dirty="0">
                <a:solidFill>
                  <a:srgbClr val="000000"/>
                </a:solidFill>
              </a:rPr>
              <a:t>Extracting data with </a:t>
            </a:r>
            <a:r>
              <a:rPr lang="en-US" dirty="0" err="1">
                <a:solidFill>
                  <a:srgbClr val="000000"/>
                </a:solidFill>
              </a:rPr>
              <a:t>BeautifulSoup</a:t>
            </a:r>
            <a:r>
              <a:rPr lang="en-US" dirty="0">
                <a:solidFill>
                  <a:srgbClr val="000000"/>
                </a:solidFill>
              </a:rPr>
              <a:t> and requests</a:t>
            </a:r>
            <a:endParaRPr dirty="0"/>
          </a:p>
        </p:txBody>
      </p:sp>
      <p:sp>
        <p:nvSpPr>
          <p:cNvPr id="292" name="Google Shape;292;p27"/>
          <p:cNvSpPr txBox="1">
            <a:spLocks noGrp="1"/>
          </p:cNvSpPr>
          <p:nvPr>
            <p:ph type="body" idx="1"/>
          </p:nvPr>
        </p:nvSpPr>
        <p:spPr>
          <a:xfrm>
            <a:off x="838200" y="1045375"/>
            <a:ext cx="11132400" cy="14529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b="0" dirty="0" err="1">
                <a:solidFill>
                  <a:srgbClr val="008000"/>
                </a:solidFill>
                <a:highlight>
                  <a:srgbClr val="FCFBFB"/>
                </a:highlight>
              </a:rPr>
              <a:t>BeautifulSoup</a:t>
            </a:r>
            <a:r>
              <a:rPr lang="en-US" sz="1800" b="0" dirty="0">
                <a:solidFill>
                  <a:srgbClr val="000000"/>
                </a:solidFill>
                <a:highlight>
                  <a:srgbClr val="FCFBFB"/>
                </a:highlight>
              </a:rPr>
              <a:t> is a Python library used to parse HTML and XML documents. Requests is used to send HTTP requests to fetch web page content. (</a:t>
            </a:r>
            <a:r>
              <a:rPr lang="en-US" sz="1800" b="0" u="sng" dirty="0">
                <a:solidFill>
                  <a:schemeClr val="hlink"/>
                </a:solidFill>
                <a:highlight>
                  <a:srgbClr val="FCFBFB"/>
                </a:highlight>
                <a:hlinkClick r:id="rId3"/>
              </a:rPr>
              <a:t>https://pypi.org/project/beautifulsoup4/</a:t>
            </a:r>
            <a:r>
              <a:rPr lang="en-US" sz="1800" b="0" dirty="0">
                <a:solidFill>
                  <a:srgbClr val="000000"/>
                </a:solidFill>
                <a:highlight>
                  <a:srgbClr val="FCFBFB"/>
                </a:highlight>
              </a:rPr>
              <a:t>)</a:t>
            </a:r>
            <a:endParaRPr sz="1800" b="0" dirty="0">
              <a:solidFill>
                <a:srgbClr val="000000"/>
              </a:solidFill>
              <a:highlight>
                <a:srgbClr val="FCFBFB"/>
              </a:highlight>
            </a:endParaRPr>
          </a:p>
          <a:p>
            <a:pPr marL="0" lvl="0" indent="0" algn="l" rtl="0">
              <a:lnSpc>
                <a:spcPct val="115000"/>
              </a:lnSpc>
              <a:spcBef>
                <a:spcPts val="1200"/>
              </a:spcBef>
              <a:spcAft>
                <a:spcPts val="200"/>
              </a:spcAft>
              <a:buNone/>
            </a:pPr>
            <a:r>
              <a:rPr lang="en-US" sz="1800" b="0" dirty="0">
                <a:solidFill>
                  <a:srgbClr val="000000"/>
                </a:solidFill>
                <a:highlight>
                  <a:srgbClr val="FCFBFB"/>
                </a:highlight>
              </a:rPr>
              <a:t>Requests (</a:t>
            </a:r>
            <a:r>
              <a:rPr lang="en-US" sz="1800" b="0" dirty="0">
                <a:solidFill>
                  <a:srgbClr val="008000"/>
                </a:solidFill>
                <a:highlight>
                  <a:srgbClr val="FCFBFB"/>
                </a:highlight>
              </a:rPr>
              <a:t>requests</a:t>
            </a:r>
            <a:r>
              <a:rPr lang="en-US" sz="1800" b="0" dirty="0">
                <a:solidFill>
                  <a:srgbClr val="000000"/>
                </a:solidFill>
                <a:highlight>
                  <a:srgbClr val="FCFBFB"/>
                </a:highlight>
              </a:rPr>
              <a:t>) is a Python library used for making HTTP requests easily. (</a:t>
            </a:r>
            <a:r>
              <a:rPr lang="en-US" sz="1800" b="0" u="sng" dirty="0">
                <a:solidFill>
                  <a:schemeClr val="hlink"/>
                </a:solidFill>
                <a:highlight>
                  <a:srgbClr val="FCFBFB"/>
                </a:highlight>
                <a:hlinkClick r:id="rId4"/>
              </a:rPr>
              <a:t>https://pypi.org/project/requests/</a:t>
            </a:r>
            <a:r>
              <a:rPr lang="en-US" sz="1800" b="0" dirty="0">
                <a:solidFill>
                  <a:srgbClr val="000000"/>
                </a:solidFill>
                <a:highlight>
                  <a:srgbClr val="FCFBFB"/>
                </a:highlight>
              </a:rPr>
              <a:t>)</a:t>
            </a:r>
            <a:endParaRPr sz="1800" b="0" dirty="0">
              <a:solidFill>
                <a:srgbClr val="000000"/>
              </a:solidFill>
              <a:highlight>
                <a:srgbClr val="FCFBFB"/>
              </a:highlight>
            </a:endParaRPr>
          </a:p>
        </p:txBody>
      </p:sp>
      <p:sp>
        <p:nvSpPr>
          <p:cNvPr id="293" name="Google Shape;293;p27"/>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294" name="Google Shape;294;p27"/>
          <p:cNvSpPr txBox="1"/>
          <p:nvPr/>
        </p:nvSpPr>
        <p:spPr>
          <a:xfrm>
            <a:off x="900000" y="2608175"/>
            <a:ext cx="11008800" cy="25584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27777"/>
              </a:lnSpc>
              <a:spcBef>
                <a:spcPts val="0"/>
              </a:spcBef>
              <a:spcAft>
                <a:spcPts val="0"/>
              </a:spcAft>
              <a:buNone/>
            </a:pPr>
            <a:r>
              <a:rPr lang="en-US" sz="1800">
                <a:solidFill>
                  <a:srgbClr val="9723B4"/>
                </a:solidFill>
                <a:latin typeface="Consolas"/>
                <a:ea typeface="Consolas"/>
                <a:cs typeface="Consolas"/>
                <a:sym typeface="Consolas"/>
              </a:rPr>
              <a:t>import</a:t>
            </a:r>
            <a:r>
              <a:rPr lang="en-US" sz="1800">
                <a:latin typeface="Consolas"/>
                <a:ea typeface="Consolas"/>
                <a:cs typeface="Consolas"/>
                <a:sym typeface="Consolas"/>
              </a:rPr>
              <a:t> requests</a:t>
            </a:r>
            <a:endParaRPr sz="1800">
              <a:latin typeface="Consolas"/>
              <a:ea typeface="Consolas"/>
              <a:cs typeface="Consolas"/>
              <a:sym typeface="Consolas"/>
            </a:endParaRPr>
          </a:p>
          <a:p>
            <a:pPr marL="0" lvl="0" indent="0" algn="l" rtl="0">
              <a:lnSpc>
                <a:spcPct val="127777"/>
              </a:lnSpc>
              <a:spcBef>
                <a:spcPts val="0"/>
              </a:spcBef>
              <a:spcAft>
                <a:spcPts val="0"/>
              </a:spcAft>
              <a:buNone/>
            </a:pPr>
            <a:r>
              <a:rPr lang="en-US" sz="1800">
                <a:solidFill>
                  <a:srgbClr val="9723B4"/>
                </a:solidFill>
                <a:latin typeface="Consolas"/>
                <a:ea typeface="Consolas"/>
                <a:cs typeface="Consolas"/>
                <a:sym typeface="Consolas"/>
              </a:rPr>
              <a:t>from</a:t>
            </a:r>
            <a:r>
              <a:rPr lang="en-US" sz="1800">
                <a:latin typeface="Consolas"/>
                <a:ea typeface="Consolas"/>
                <a:cs typeface="Consolas"/>
                <a:sym typeface="Consolas"/>
              </a:rPr>
              <a:t> bs4 </a:t>
            </a:r>
            <a:r>
              <a:rPr lang="en-US" sz="1800">
                <a:solidFill>
                  <a:srgbClr val="9723B4"/>
                </a:solidFill>
                <a:latin typeface="Consolas"/>
                <a:ea typeface="Consolas"/>
                <a:cs typeface="Consolas"/>
                <a:sym typeface="Consolas"/>
              </a:rPr>
              <a:t>import</a:t>
            </a:r>
            <a:r>
              <a:rPr lang="en-US" sz="1800">
                <a:latin typeface="Consolas"/>
                <a:ea typeface="Consolas"/>
                <a:cs typeface="Consolas"/>
                <a:sym typeface="Consolas"/>
              </a:rPr>
              <a:t> BeautifulSoup</a:t>
            </a:r>
            <a:endParaRPr sz="1800">
              <a:latin typeface="Consolas"/>
              <a:ea typeface="Consolas"/>
              <a:cs typeface="Consolas"/>
              <a:sym typeface="Consolas"/>
            </a:endParaRPr>
          </a:p>
          <a:p>
            <a:pPr marL="0" lvl="0" indent="0" algn="l" rtl="0">
              <a:lnSpc>
                <a:spcPct val="127777"/>
              </a:lnSpc>
              <a:spcBef>
                <a:spcPts val="0"/>
              </a:spcBef>
              <a:spcAft>
                <a:spcPts val="0"/>
              </a:spcAft>
              <a:buNone/>
            </a:pPr>
            <a:endParaRPr sz="1800">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url = </a:t>
            </a:r>
            <a:r>
              <a:rPr lang="en-US" sz="1800">
                <a:solidFill>
                  <a:srgbClr val="A31515"/>
                </a:solidFill>
                <a:latin typeface="Consolas"/>
                <a:ea typeface="Consolas"/>
                <a:cs typeface="Consolas"/>
                <a:sym typeface="Consolas"/>
              </a:rPr>
              <a:t>'</a:t>
            </a:r>
            <a:r>
              <a:rPr lang="en-US" sz="1800" u="sng">
                <a:solidFill>
                  <a:schemeClr val="hlink"/>
                </a:solidFill>
                <a:latin typeface="Consolas"/>
                <a:ea typeface="Consolas"/>
                <a:cs typeface="Consolas"/>
                <a:sym typeface="Consolas"/>
                <a:hlinkClick r:id="rId5"/>
              </a:rPr>
              <a:t>https://example.com</a:t>
            </a:r>
            <a:r>
              <a:rPr lang="en-US" sz="1800">
                <a:solidFill>
                  <a:srgbClr val="A31515"/>
                </a:solidFill>
                <a:latin typeface="Consolas"/>
                <a:ea typeface="Consolas"/>
                <a:cs typeface="Consolas"/>
                <a:sym typeface="Consolas"/>
              </a:rPr>
              <a:t>' </a:t>
            </a:r>
            <a:endParaRPr sz="1800">
              <a:solidFill>
                <a:srgbClr val="A31515"/>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response = requests.get(url) </a:t>
            </a:r>
            <a:r>
              <a:rPr lang="en-US" sz="1800">
                <a:solidFill>
                  <a:srgbClr val="008000"/>
                </a:solidFill>
                <a:latin typeface="Consolas"/>
                <a:ea typeface="Consolas"/>
                <a:cs typeface="Consolas"/>
                <a:sym typeface="Consolas"/>
              </a:rPr>
              <a:t>#Sends a GET request to the URL and stores the response</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soup = BeautifulSoup(response.text, </a:t>
            </a:r>
            <a:r>
              <a:rPr lang="en-US" sz="1800">
                <a:solidFill>
                  <a:srgbClr val="A31515"/>
                </a:solidFill>
                <a:latin typeface="Consolas"/>
                <a:ea typeface="Consolas"/>
                <a:cs typeface="Consolas"/>
                <a:sym typeface="Consolas"/>
              </a:rPr>
              <a:t>'html.parser'</a:t>
            </a:r>
            <a:r>
              <a:rPr lang="en-US" sz="1800">
                <a:latin typeface="Consolas"/>
                <a:ea typeface="Consolas"/>
                <a:cs typeface="Consolas"/>
                <a:sym typeface="Consolas"/>
              </a:rPr>
              <a:t>) </a:t>
            </a:r>
            <a:r>
              <a:rPr lang="en-US" sz="1800">
                <a:solidFill>
                  <a:srgbClr val="008000"/>
                </a:solidFill>
                <a:latin typeface="Consolas"/>
                <a:ea typeface="Consolas"/>
                <a:cs typeface="Consolas"/>
                <a:sym typeface="Consolas"/>
              </a:rPr>
              <a:t>#Parses the HTML content</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solidFill>
                  <a:srgbClr val="6A5221"/>
                </a:solidFill>
                <a:latin typeface="Consolas"/>
                <a:ea typeface="Consolas"/>
                <a:cs typeface="Consolas"/>
                <a:sym typeface="Consolas"/>
              </a:rPr>
              <a:t>print</a:t>
            </a:r>
            <a:r>
              <a:rPr lang="en-US" sz="1800">
                <a:latin typeface="Consolas"/>
                <a:ea typeface="Consolas"/>
                <a:cs typeface="Consolas"/>
                <a:sym typeface="Consolas"/>
              </a:rPr>
              <a:t>(soup.title.text) </a:t>
            </a:r>
            <a:r>
              <a:rPr lang="en-US" sz="1800">
                <a:solidFill>
                  <a:srgbClr val="008000"/>
                </a:solidFill>
                <a:latin typeface="Consolas"/>
                <a:ea typeface="Consolas"/>
                <a:cs typeface="Consolas"/>
                <a:sym typeface="Consolas"/>
              </a:rPr>
              <a:t>#Extracts and prints the text inside the &lt;title&gt; tag</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9723B4"/>
              </a:solidFill>
              <a:latin typeface="Consolas"/>
              <a:ea typeface="Consolas"/>
              <a:cs typeface="Consolas"/>
              <a:sym typeface="Consolas"/>
            </a:endParaRPr>
          </a:p>
        </p:txBody>
      </p:sp>
      <p:sp>
        <p:nvSpPr>
          <p:cNvPr id="295" name="Google Shape;295;p27"/>
          <p:cNvSpPr txBox="1"/>
          <p:nvPr/>
        </p:nvSpPr>
        <p:spPr>
          <a:xfrm>
            <a:off x="9618900" y="5454175"/>
            <a:ext cx="2289900" cy="975900"/>
          </a:xfrm>
          <a:prstGeom prst="rect">
            <a:avLst/>
          </a:prstGeom>
          <a:noFill/>
          <a:ln>
            <a:noFill/>
          </a:ln>
        </p:spPr>
        <p:txBody>
          <a:bodyPr spcFirstLastPara="1" wrap="square" lIns="91425" tIns="91425" rIns="91425" bIns="91425" anchor="t" anchorCtr="0">
            <a:noAutofit/>
          </a:bodyPr>
          <a:lstStyle/>
          <a:p>
            <a:pPr marL="0" lvl="0" indent="0" algn="l" rtl="0">
              <a:lnSpc>
                <a:spcPct val="127777"/>
              </a:lnSpc>
              <a:spcBef>
                <a:spcPts val="0"/>
              </a:spcBef>
              <a:spcAft>
                <a:spcPts val="0"/>
              </a:spcAft>
              <a:buNone/>
            </a:pPr>
            <a:r>
              <a:rPr lang="en-US" sz="2150">
                <a:latin typeface="Geologica"/>
                <a:ea typeface="Geologica"/>
                <a:cs typeface="Geologica"/>
                <a:sym typeface="Geologica"/>
              </a:rPr>
              <a:t>Response:    </a:t>
            </a:r>
            <a:endParaRPr sz="2150">
              <a:latin typeface="Geologica"/>
              <a:ea typeface="Geologica"/>
              <a:cs typeface="Geologica"/>
              <a:sym typeface="Geologica"/>
            </a:endParaRPr>
          </a:p>
          <a:p>
            <a:pPr marL="0" lvl="0" indent="0" algn="l" rtl="0">
              <a:lnSpc>
                <a:spcPct val="127777"/>
              </a:lnSpc>
              <a:spcBef>
                <a:spcPts val="0"/>
              </a:spcBef>
              <a:spcAft>
                <a:spcPts val="0"/>
              </a:spcAft>
              <a:buNone/>
            </a:pPr>
            <a:r>
              <a:rPr lang="en-US" sz="2150">
                <a:solidFill>
                  <a:srgbClr val="008000"/>
                </a:solidFill>
                <a:latin typeface="Consolas"/>
                <a:ea typeface="Consolas"/>
                <a:cs typeface="Consolas"/>
                <a:sym typeface="Consolas"/>
              </a:rPr>
              <a:t>Example Domain</a:t>
            </a:r>
            <a:endParaRPr sz="1850">
              <a:solidFill>
                <a:srgbClr val="1F1F1F"/>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8"/>
          <p:cNvSpPr txBox="1">
            <a:spLocks noGrp="1"/>
          </p:cNvSpPr>
          <p:nvPr>
            <p:ph type="body" idx="1"/>
          </p:nvPr>
        </p:nvSpPr>
        <p:spPr>
          <a:xfrm>
            <a:off x="2550375" y="4837125"/>
            <a:ext cx="7594200" cy="996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US"/>
              <a:t>Navigating HTML and XML files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9"/>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0"/>
              </a:spcBef>
              <a:spcAft>
                <a:spcPts val="0"/>
              </a:spcAft>
              <a:buNone/>
            </a:pPr>
            <a:r>
              <a:rPr lang="en-US">
                <a:solidFill>
                  <a:schemeClr val="dk1"/>
                </a:solidFill>
              </a:rPr>
              <a:t>Navigating the HTML structure</a:t>
            </a:r>
            <a:endParaRPr>
              <a:solidFill>
                <a:schemeClr val="dk1"/>
              </a:solidFill>
            </a:endParaRPr>
          </a:p>
        </p:txBody>
      </p:sp>
      <p:sp>
        <p:nvSpPr>
          <p:cNvPr id="306" name="Google Shape;306;p29"/>
          <p:cNvSpPr txBox="1">
            <a:spLocks noGrp="1"/>
          </p:cNvSpPr>
          <p:nvPr>
            <p:ph type="body" idx="1"/>
          </p:nvPr>
        </p:nvSpPr>
        <p:spPr>
          <a:xfrm>
            <a:off x="838200" y="1292113"/>
            <a:ext cx="11328300" cy="16698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b="0">
                <a:solidFill>
                  <a:srgbClr val="000000"/>
                </a:solidFill>
                <a:highlight>
                  <a:srgbClr val="FCFBFB"/>
                </a:highlight>
              </a:rPr>
              <a:t>Navigating HTML involves accessing specific elements, tags, and attributes within the web page's Document Object Model tree</a:t>
            </a:r>
            <a:endParaRPr sz="1800" b="0">
              <a:solidFill>
                <a:srgbClr val="000000"/>
              </a:solidFill>
            </a:endParaRPr>
          </a:p>
          <a:p>
            <a:pPr marL="0" lvl="0" indent="457200" algn="l" rtl="0">
              <a:lnSpc>
                <a:spcPct val="115000"/>
              </a:lnSpc>
              <a:spcBef>
                <a:spcPts val="1200"/>
              </a:spcBef>
              <a:spcAft>
                <a:spcPts val="0"/>
              </a:spcAft>
              <a:buNone/>
            </a:pPr>
            <a:r>
              <a:rPr lang="en-US" sz="1600">
                <a:solidFill>
                  <a:srgbClr val="000000"/>
                </a:solidFill>
              </a:rPr>
              <a:t>Examples:</a:t>
            </a:r>
            <a:endParaRPr sz="1600">
              <a:solidFill>
                <a:srgbClr val="000000"/>
              </a:solidFill>
            </a:endParaRPr>
          </a:p>
          <a:p>
            <a:pPr marL="457200" lvl="0" indent="-330200" algn="l" rtl="0">
              <a:lnSpc>
                <a:spcPct val="115000"/>
              </a:lnSpc>
              <a:spcBef>
                <a:spcPts val="0"/>
              </a:spcBef>
              <a:spcAft>
                <a:spcPts val="0"/>
              </a:spcAft>
              <a:buClr>
                <a:srgbClr val="000000"/>
              </a:buClr>
              <a:buSzPts val="1600"/>
              <a:buFont typeface="Geologica"/>
              <a:buChar char="●"/>
            </a:pPr>
            <a:r>
              <a:rPr lang="en-US" sz="1600" b="0">
                <a:solidFill>
                  <a:srgbClr val="000000"/>
                </a:solidFill>
                <a:highlight>
                  <a:srgbClr val="FCFBFB"/>
                </a:highlight>
              </a:rPr>
              <a:t>Extracting all links from a page.</a:t>
            </a:r>
            <a:endParaRPr sz="1600" b="0">
              <a:solidFill>
                <a:srgbClr val="000000"/>
              </a:solidFill>
              <a:highlight>
                <a:srgbClr val="FCFBFB"/>
              </a:highlight>
            </a:endParaRPr>
          </a:p>
          <a:p>
            <a:pPr marL="457200" lvl="0" indent="-330200" algn="l" rtl="0">
              <a:lnSpc>
                <a:spcPct val="115000"/>
              </a:lnSpc>
              <a:spcBef>
                <a:spcPts val="0"/>
              </a:spcBef>
              <a:spcAft>
                <a:spcPts val="0"/>
              </a:spcAft>
              <a:buClr>
                <a:srgbClr val="000000"/>
              </a:buClr>
              <a:buSzPts val="1600"/>
              <a:buFont typeface="Geologica"/>
              <a:buChar char="●"/>
            </a:pPr>
            <a:r>
              <a:rPr lang="en-US" sz="1600" b="0">
                <a:solidFill>
                  <a:srgbClr val="000000"/>
                </a:solidFill>
                <a:highlight>
                  <a:srgbClr val="FCFBFB"/>
                </a:highlight>
              </a:rPr>
              <a:t>Scraping table data such as player statistics.</a:t>
            </a:r>
            <a:endParaRPr sz="1600" b="0">
              <a:solidFill>
                <a:srgbClr val="000000"/>
              </a:solidFill>
              <a:highlight>
                <a:srgbClr val="FCFBFB"/>
              </a:highlight>
            </a:endParaRPr>
          </a:p>
          <a:p>
            <a:pPr marL="0" lvl="0" indent="457200" algn="l" rtl="0">
              <a:lnSpc>
                <a:spcPct val="115000"/>
              </a:lnSpc>
              <a:spcBef>
                <a:spcPts val="900"/>
              </a:spcBef>
              <a:spcAft>
                <a:spcPts val="0"/>
              </a:spcAft>
              <a:buNone/>
            </a:pPr>
            <a:endParaRPr sz="1600">
              <a:solidFill>
                <a:srgbClr val="000000"/>
              </a:solidFill>
            </a:endParaRPr>
          </a:p>
        </p:txBody>
      </p:sp>
      <p:sp>
        <p:nvSpPr>
          <p:cNvPr id="307" name="Google Shape;307;p29"/>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08" name="Google Shape;308;p29"/>
          <p:cNvSpPr txBox="1"/>
          <p:nvPr/>
        </p:nvSpPr>
        <p:spPr>
          <a:xfrm>
            <a:off x="838200" y="3854750"/>
            <a:ext cx="10330500" cy="1542000"/>
          </a:xfrm>
          <a:prstGeom prst="rect">
            <a:avLst/>
          </a:prstGeom>
          <a:noFill/>
          <a:ln>
            <a:noFill/>
          </a:ln>
        </p:spPr>
        <p:txBody>
          <a:bodyPr spcFirstLastPara="1" wrap="square" lIns="91425" tIns="91425" rIns="91425" bIns="91425" anchor="t" anchorCtr="0">
            <a:noAutofit/>
          </a:bodyPr>
          <a:lstStyle/>
          <a:p>
            <a:pPr marL="0" lvl="0" indent="0" algn="l" rtl="0">
              <a:lnSpc>
                <a:spcPct val="127777"/>
              </a:lnSpc>
              <a:spcBef>
                <a:spcPts val="0"/>
              </a:spcBef>
              <a:spcAft>
                <a:spcPts val="0"/>
              </a:spcAft>
              <a:buNone/>
            </a:pPr>
            <a:r>
              <a:rPr lang="en-US" sz="1800">
                <a:solidFill>
                  <a:srgbClr val="008000"/>
                </a:solidFill>
                <a:latin typeface="Consolas"/>
                <a:ea typeface="Consolas"/>
                <a:cs typeface="Consolas"/>
                <a:sym typeface="Consolas"/>
              </a:rPr>
              <a:t>#Extract all links</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solidFill>
                  <a:srgbClr val="9723B4"/>
                </a:solidFill>
                <a:latin typeface="Consolas"/>
                <a:ea typeface="Consolas"/>
                <a:cs typeface="Consolas"/>
                <a:sym typeface="Consolas"/>
              </a:rPr>
              <a:t>for</a:t>
            </a:r>
            <a:r>
              <a:rPr lang="en-US" sz="1800">
                <a:latin typeface="Consolas"/>
                <a:ea typeface="Consolas"/>
                <a:cs typeface="Consolas"/>
                <a:sym typeface="Consolas"/>
              </a:rPr>
              <a:t> link </a:t>
            </a:r>
            <a:r>
              <a:rPr lang="en-US" sz="1800">
                <a:solidFill>
                  <a:srgbClr val="0000FF"/>
                </a:solidFill>
                <a:latin typeface="Consolas"/>
                <a:ea typeface="Consolas"/>
                <a:cs typeface="Consolas"/>
                <a:sym typeface="Consolas"/>
              </a:rPr>
              <a:t>in</a:t>
            </a:r>
            <a:r>
              <a:rPr lang="en-US" sz="1800">
                <a:latin typeface="Consolas"/>
                <a:ea typeface="Consolas"/>
                <a:cs typeface="Consolas"/>
                <a:sym typeface="Consolas"/>
              </a:rPr>
              <a:t> soup.find_all(</a:t>
            </a:r>
            <a:r>
              <a:rPr lang="en-US" sz="1800">
                <a:solidFill>
                  <a:srgbClr val="A31515"/>
                </a:solidFill>
                <a:latin typeface="Consolas"/>
                <a:ea typeface="Consolas"/>
                <a:cs typeface="Consolas"/>
                <a:sym typeface="Consolas"/>
              </a:rPr>
              <a:t>'a'</a:t>
            </a:r>
            <a:r>
              <a:rPr lang="en-US" sz="1800">
                <a:latin typeface="Consolas"/>
                <a:ea typeface="Consolas"/>
                <a:cs typeface="Consolas"/>
                <a:sym typeface="Consolas"/>
              </a:rPr>
              <a:t>): </a:t>
            </a:r>
            <a:r>
              <a:rPr lang="en-US" sz="1800">
                <a:solidFill>
                  <a:srgbClr val="008000"/>
                </a:solidFill>
                <a:latin typeface="Consolas"/>
                <a:ea typeface="Consolas"/>
                <a:cs typeface="Consolas"/>
                <a:sym typeface="Consolas"/>
              </a:rPr>
              <a:t>#Iterates over all &lt;a&gt; tags in the parsed HTML</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   </a:t>
            </a:r>
            <a:r>
              <a:rPr lang="en-US" sz="1800">
                <a:solidFill>
                  <a:srgbClr val="6A5221"/>
                </a:solidFill>
                <a:latin typeface="Consolas"/>
                <a:ea typeface="Consolas"/>
                <a:cs typeface="Consolas"/>
                <a:sym typeface="Consolas"/>
              </a:rPr>
              <a:t>print</a:t>
            </a:r>
            <a:r>
              <a:rPr lang="en-US" sz="1800">
                <a:latin typeface="Consolas"/>
                <a:ea typeface="Consolas"/>
                <a:cs typeface="Consolas"/>
                <a:sym typeface="Consolas"/>
              </a:rPr>
              <a:t>(link.get(</a:t>
            </a:r>
            <a:r>
              <a:rPr lang="en-US" sz="1800">
                <a:solidFill>
                  <a:srgbClr val="A31515"/>
                </a:solidFill>
                <a:latin typeface="Consolas"/>
                <a:ea typeface="Consolas"/>
                <a:cs typeface="Consolas"/>
                <a:sym typeface="Consolas"/>
              </a:rPr>
              <a:t>'href'</a:t>
            </a:r>
            <a:r>
              <a:rPr lang="en-US" sz="1800">
                <a:latin typeface="Consolas"/>
                <a:ea typeface="Consolas"/>
                <a:cs typeface="Consolas"/>
                <a:sym typeface="Consolas"/>
              </a:rPr>
              <a:t>)) </a:t>
            </a:r>
            <a:r>
              <a:rPr lang="en-US" sz="1800">
                <a:solidFill>
                  <a:srgbClr val="008000"/>
                </a:solidFill>
                <a:latin typeface="Consolas"/>
                <a:ea typeface="Consolas"/>
                <a:cs typeface="Consolas"/>
                <a:sym typeface="Consolas"/>
              </a:rPr>
              <a:t>#Prints the value of the href attribute (the URL)</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9723B4"/>
              </a:solidFill>
              <a:highlight>
                <a:schemeClr val="lt1"/>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0"/>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0"/>
              </a:spcBef>
              <a:spcAft>
                <a:spcPts val="0"/>
              </a:spcAft>
              <a:buNone/>
            </a:pPr>
            <a:r>
              <a:rPr lang="en-US">
                <a:solidFill>
                  <a:schemeClr val="dk1"/>
                </a:solidFill>
              </a:rPr>
              <a:t>Extracting specific data</a:t>
            </a:r>
            <a:endParaRPr>
              <a:solidFill>
                <a:schemeClr val="dk1"/>
              </a:solidFill>
            </a:endParaRPr>
          </a:p>
        </p:txBody>
      </p:sp>
      <p:sp>
        <p:nvSpPr>
          <p:cNvPr id="314" name="Google Shape;314;p30"/>
          <p:cNvSpPr txBox="1">
            <a:spLocks noGrp="1"/>
          </p:cNvSpPr>
          <p:nvPr>
            <p:ph type="body" idx="1"/>
          </p:nvPr>
        </p:nvSpPr>
        <p:spPr>
          <a:xfrm>
            <a:off x="838200" y="1292117"/>
            <a:ext cx="11328300" cy="6066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b="0">
                <a:solidFill>
                  <a:srgbClr val="000000"/>
                </a:solidFill>
                <a:highlight>
                  <a:srgbClr val="FCFBFB"/>
                </a:highlight>
              </a:rPr>
              <a:t>Another good example would be getting all product prices from an e-commerce site.</a:t>
            </a:r>
            <a:endParaRPr sz="1600" b="0">
              <a:solidFill>
                <a:srgbClr val="000000"/>
              </a:solidFill>
              <a:highlight>
                <a:srgbClr val="FCFBFB"/>
              </a:highlight>
            </a:endParaRPr>
          </a:p>
          <a:p>
            <a:pPr marL="0" lvl="0" indent="457200" algn="l" rtl="0">
              <a:lnSpc>
                <a:spcPct val="115000"/>
              </a:lnSpc>
              <a:spcBef>
                <a:spcPts val="1200"/>
              </a:spcBef>
              <a:spcAft>
                <a:spcPts val="0"/>
              </a:spcAft>
              <a:buNone/>
            </a:pPr>
            <a:endParaRPr sz="1600">
              <a:solidFill>
                <a:srgbClr val="000000"/>
              </a:solidFill>
            </a:endParaRPr>
          </a:p>
        </p:txBody>
      </p:sp>
      <p:sp>
        <p:nvSpPr>
          <p:cNvPr id="315" name="Google Shape;315;p30"/>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16" name="Google Shape;316;p30"/>
          <p:cNvSpPr txBox="1"/>
          <p:nvPr/>
        </p:nvSpPr>
        <p:spPr>
          <a:xfrm>
            <a:off x="838200" y="2819150"/>
            <a:ext cx="10330500" cy="1542000"/>
          </a:xfrm>
          <a:prstGeom prst="rect">
            <a:avLst/>
          </a:prstGeom>
          <a:noFill/>
          <a:ln>
            <a:noFill/>
          </a:ln>
        </p:spPr>
        <p:txBody>
          <a:bodyPr spcFirstLastPara="1" wrap="square" lIns="91425" tIns="91425" rIns="91425" bIns="91425" anchor="t" anchorCtr="0">
            <a:noAutofit/>
          </a:bodyPr>
          <a:lstStyle/>
          <a:p>
            <a:pPr marL="0" lvl="0" indent="0" algn="l" rtl="0">
              <a:lnSpc>
                <a:spcPct val="127777"/>
              </a:lnSpc>
              <a:spcBef>
                <a:spcPts val="0"/>
              </a:spcBef>
              <a:spcAft>
                <a:spcPts val="0"/>
              </a:spcAft>
              <a:buNone/>
            </a:pPr>
            <a:r>
              <a:rPr lang="en-US" sz="1800">
                <a:latin typeface="Consolas"/>
                <a:ea typeface="Consolas"/>
                <a:cs typeface="Consolas"/>
                <a:sym typeface="Consolas"/>
              </a:rPr>
              <a:t>prices = soup.find_all(</a:t>
            </a:r>
            <a:r>
              <a:rPr lang="en-US" sz="1800">
                <a:solidFill>
                  <a:srgbClr val="A31515"/>
                </a:solidFill>
                <a:latin typeface="Consolas"/>
                <a:ea typeface="Consolas"/>
                <a:cs typeface="Consolas"/>
                <a:sym typeface="Consolas"/>
              </a:rPr>
              <a:t>'span'</a:t>
            </a:r>
            <a:r>
              <a:rPr lang="en-US" sz="1800">
                <a:latin typeface="Consolas"/>
                <a:ea typeface="Consolas"/>
                <a:cs typeface="Consolas"/>
                <a:sym typeface="Consolas"/>
              </a:rPr>
              <a:t>, class_=</a:t>
            </a:r>
            <a:r>
              <a:rPr lang="en-US" sz="1800">
                <a:solidFill>
                  <a:srgbClr val="A31515"/>
                </a:solidFill>
                <a:latin typeface="Consolas"/>
                <a:ea typeface="Consolas"/>
                <a:cs typeface="Consolas"/>
                <a:sym typeface="Consolas"/>
              </a:rPr>
              <a:t>'price'</a:t>
            </a:r>
            <a:r>
              <a:rPr lang="en-US" sz="1800">
                <a:latin typeface="Consolas"/>
                <a:ea typeface="Consolas"/>
                <a:cs typeface="Consolas"/>
                <a:sym typeface="Consolas"/>
              </a:rPr>
              <a:t>) </a:t>
            </a:r>
            <a:r>
              <a:rPr lang="en-US" sz="1800">
                <a:solidFill>
                  <a:srgbClr val="008000"/>
                </a:solidFill>
                <a:latin typeface="Consolas"/>
                <a:ea typeface="Consolas"/>
                <a:cs typeface="Consolas"/>
                <a:sym typeface="Consolas"/>
              </a:rPr>
              <a:t>#Finds all &lt;span&gt; tags with the class attribute price in the parsed HTML (soup). Stores them in the prices list</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solidFill>
                  <a:srgbClr val="9723B4"/>
                </a:solidFill>
                <a:latin typeface="Consolas"/>
                <a:ea typeface="Consolas"/>
                <a:cs typeface="Consolas"/>
                <a:sym typeface="Consolas"/>
              </a:rPr>
              <a:t>for</a:t>
            </a:r>
            <a:r>
              <a:rPr lang="en-US" sz="1800">
                <a:latin typeface="Consolas"/>
                <a:ea typeface="Consolas"/>
                <a:cs typeface="Consolas"/>
                <a:sym typeface="Consolas"/>
              </a:rPr>
              <a:t> price </a:t>
            </a:r>
            <a:r>
              <a:rPr lang="en-US" sz="1800">
                <a:solidFill>
                  <a:srgbClr val="0000FF"/>
                </a:solidFill>
                <a:latin typeface="Consolas"/>
                <a:ea typeface="Consolas"/>
                <a:cs typeface="Consolas"/>
                <a:sym typeface="Consolas"/>
              </a:rPr>
              <a:t>in</a:t>
            </a:r>
            <a:r>
              <a:rPr lang="en-US" sz="1800">
                <a:latin typeface="Consolas"/>
                <a:ea typeface="Consolas"/>
                <a:cs typeface="Consolas"/>
                <a:sym typeface="Consolas"/>
              </a:rPr>
              <a:t> prices:</a:t>
            </a:r>
            <a:endParaRPr sz="1800">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   </a:t>
            </a:r>
            <a:r>
              <a:rPr lang="en-US" sz="1800">
                <a:solidFill>
                  <a:srgbClr val="6A5221"/>
                </a:solidFill>
                <a:latin typeface="Consolas"/>
                <a:ea typeface="Consolas"/>
                <a:cs typeface="Consolas"/>
                <a:sym typeface="Consolas"/>
              </a:rPr>
              <a:t>print</a:t>
            </a:r>
            <a:r>
              <a:rPr lang="en-US" sz="1800">
                <a:latin typeface="Consolas"/>
                <a:ea typeface="Consolas"/>
                <a:cs typeface="Consolas"/>
                <a:sym typeface="Consolas"/>
              </a:rPr>
              <a:t>(price.text) </a:t>
            </a:r>
            <a:r>
              <a:rPr lang="en-US" sz="1800">
                <a:solidFill>
                  <a:srgbClr val="008000"/>
                </a:solidFill>
                <a:latin typeface="Consolas"/>
                <a:ea typeface="Consolas"/>
                <a:cs typeface="Consolas"/>
                <a:sym typeface="Consolas"/>
              </a:rPr>
              <a:t>#Prints the text content of each &lt;span class="price"&gt; tag</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9723B4"/>
              </a:solidFill>
              <a:highlight>
                <a:schemeClr val="lt1"/>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0"/>
              </a:spcBef>
              <a:spcAft>
                <a:spcPts val="0"/>
              </a:spcAft>
              <a:buNone/>
            </a:pPr>
            <a:r>
              <a:rPr lang="en-US">
                <a:solidFill>
                  <a:schemeClr val="dk1"/>
                </a:solidFill>
              </a:rPr>
              <a:t>Handling XML data</a:t>
            </a:r>
            <a:endParaRPr>
              <a:solidFill>
                <a:schemeClr val="dk1"/>
              </a:solidFill>
            </a:endParaRPr>
          </a:p>
        </p:txBody>
      </p:sp>
      <p:sp>
        <p:nvSpPr>
          <p:cNvPr id="322" name="Google Shape;322;p31"/>
          <p:cNvSpPr txBox="1">
            <a:spLocks noGrp="1"/>
          </p:cNvSpPr>
          <p:nvPr>
            <p:ph type="body" idx="1"/>
          </p:nvPr>
        </p:nvSpPr>
        <p:spPr>
          <a:xfrm>
            <a:off x="838200" y="1292113"/>
            <a:ext cx="11328300" cy="16698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b="0">
                <a:solidFill>
                  <a:srgbClr val="000000"/>
                </a:solidFill>
                <a:highlight>
                  <a:srgbClr val="FCFBFB"/>
                </a:highlight>
              </a:rPr>
              <a:t>XML (Extensible Markup Language) is a markup language similar to HTML, used to store and transport data in a structured format.</a:t>
            </a:r>
            <a:endParaRPr sz="1800" b="0">
              <a:solidFill>
                <a:srgbClr val="000000"/>
              </a:solidFill>
            </a:endParaRPr>
          </a:p>
          <a:p>
            <a:pPr marL="0" lvl="0" indent="457200" algn="l" rtl="0">
              <a:lnSpc>
                <a:spcPct val="115000"/>
              </a:lnSpc>
              <a:spcBef>
                <a:spcPts val="1200"/>
              </a:spcBef>
              <a:spcAft>
                <a:spcPts val="0"/>
              </a:spcAft>
              <a:buNone/>
            </a:pPr>
            <a:r>
              <a:rPr lang="en-US" sz="1600">
                <a:solidFill>
                  <a:srgbClr val="000000"/>
                </a:solidFill>
              </a:rPr>
              <a:t>Examples:</a:t>
            </a:r>
            <a:endParaRPr sz="1600">
              <a:solidFill>
                <a:srgbClr val="000000"/>
              </a:solidFill>
            </a:endParaRPr>
          </a:p>
          <a:p>
            <a:pPr marL="457200" lvl="0" indent="-330200" algn="l" rtl="0">
              <a:lnSpc>
                <a:spcPct val="115000"/>
              </a:lnSpc>
              <a:spcBef>
                <a:spcPts val="0"/>
              </a:spcBef>
              <a:spcAft>
                <a:spcPts val="0"/>
              </a:spcAft>
              <a:buClr>
                <a:srgbClr val="000000"/>
              </a:buClr>
              <a:buSzPts val="1600"/>
              <a:buFont typeface="Geologica"/>
              <a:buChar char="●"/>
            </a:pPr>
            <a:r>
              <a:rPr lang="en-US" sz="1600" b="0">
                <a:solidFill>
                  <a:srgbClr val="000000"/>
                </a:solidFill>
                <a:highlight>
                  <a:srgbClr val="FCFBFB"/>
                </a:highlight>
              </a:rPr>
              <a:t>Reading RSS feeds.</a:t>
            </a:r>
            <a:endParaRPr sz="1600" b="0">
              <a:solidFill>
                <a:srgbClr val="000000"/>
              </a:solidFill>
              <a:highlight>
                <a:srgbClr val="FCFBFB"/>
              </a:highlight>
            </a:endParaRPr>
          </a:p>
          <a:p>
            <a:pPr marL="457200" lvl="0" indent="-330200" algn="l" rtl="0">
              <a:lnSpc>
                <a:spcPct val="115000"/>
              </a:lnSpc>
              <a:spcBef>
                <a:spcPts val="0"/>
              </a:spcBef>
              <a:spcAft>
                <a:spcPts val="0"/>
              </a:spcAft>
              <a:buClr>
                <a:srgbClr val="000000"/>
              </a:buClr>
              <a:buSzPts val="1600"/>
              <a:buFont typeface="Geologica"/>
              <a:buChar char="●"/>
            </a:pPr>
            <a:r>
              <a:rPr lang="en-US" sz="1600" b="0">
                <a:solidFill>
                  <a:srgbClr val="000000"/>
                </a:solidFill>
                <a:highlight>
                  <a:srgbClr val="FCFBFB"/>
                </a:highlight>
              </a:rPr>
              <a:t>Consuming APIs that return XML data.</a:t>
            </a:r>
            <a:endParaRPr sz="1600" b="0">
              <a:solidFill>
                <a:srgbClr val="000000"/>
              </a:solidFill>
              <a:highlight>
                <a:srgbClr val="FCFBFB"/>
              </a:highlight>
            </a:endParaRPr>
          </a:p>
          <a:p>
            <a:pPr marL="457200" lvl="0" indent="0" algn="l" rtl="0">
              <a:lnSpc>
                <a:spcPct val="115000"/>
              </a:lnSpc>
              <a:spcBef>
                <a:spcPts val="900"/>
              </a:spcBef>
              <a:spcAft>
                <a:spcPts val="0"/>
              </a:spcAft>
              <a:buNone/>
            </a:pPr>
            <a:endParaRPr sz="1600" b="0">
              <a:solidFill>
                <a:srgbClr val="000000"/>
              </a:solidFill>
              <a:highlight>
                <a:srgbClr val="FCFBFB"/>
              </a:highlight>
            </a:endParaRPr>
          </a:p>
          <a:p>
            <a:pPr marL="0" lvl="0" indent="457200" algn="l" rtl="0">
              <a:lnSpc>
                <a:spcPct val="115000"/>
              </a:lnSpc>
              <a:spcBef>
                <a:spcPts val="900"/>
              </a:spcBef>
              <a:spcAft>
                <a:spcPts val="0"/>
              </a:spcAft>
              <a:buNone/>
            </a:pPr>
            <a:endParaRPr sz="1600">
              <a:solidFill>
                <a:srgbClr val="000000"/>
              </a:solidFill>
            </a:endParaRPr>
          </a:p>
        </p:txBody>
      </p:sp>
      <p:sp>
        <p:nvSpPr>
          <p:cNvPr id="323" name="Google Shape;323;p31"/>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24" name="Google Shape;324;p31"/>
          <p:cNvSpPr txBox="1"/>
          <p:nvPr/>
        </p:nvSpPr>
        <p:spPr>
          <a:xfrm>
            <a:off x="838200" y="3613200"/>
            <a:ext cx="10330500" cy="3244800"/>
          </a:xfrm>
          <a:prstGeom prst="rect">
            <a:avLst/>
          </a:prstGeom>
          <a:noFill/>
          <a:ln>
            <a:noFill/>
          </a:ln>
        </p:spPr>
        <p:txBody>
          <a:bodyPr spcFirstLastPara="1" wrap="square" lIns="91425" tIns="91425" rIns="91425" bIns="91425" anchor="t" anchorCtr="0">
            <a:noAutofit/>
          </a:bodyPr>
          <a:lstStyle/>
          <a:p>
            <a:pPr marL="0" lvl="0" indent="0" algn="l" rtl="0">
              <a:lnSpc>
                <a:spcPct val="127777"/>
              </a:lnSpc>
              <a:spcBef>
                <a:spcPts val="0"/>
              </a:spcBef>
              <a:spcAft>
                <a:spcPts val="0"/>
              </a:spcAft>
              <a:buNone/>
            </a:pPr>
            <a:r>
              <a:rPr lang="en-US" sz="1800">
                <a:solidFill>
                  <a:srgbClr val="9723B4"/>
                </a:solidFill>
                <a:latin typeface="Consolas"/>
                <a:ea typeface="Consolas"/>
                <a:cs typeface="Consolas"/>
                <a:sym typeface="Consolas"/>
              </a:rPr>
              <a:t>import</a:t>
            </a:r>
            <a:r>
              <a:rPr lang="en-US" sz="1800">
                <a:latin typeface="Consolas"/>
                <a:ea typeface="Consolas"/>
                <a:cs typeface="Consolas"/>
                <a:sym typeface="Consolas"/>
              </a:rPr>
              <a:t> xml.etree.ElementTree </a:t>
            </a:r>
            <a:r>
              <a:rPr lang="en-US" sz="1800">
                <a:solidFill>
                  <a:srgbClr val="9723B4"/>
                </a:solidFill>
                <a:latin typeface="Consolas"/>
                <a:ea typeface="Consolas"/>
                <a:cs typeface="Consolas"/>
                <a:sym typeface="Consolas"/>
              </a:rPr>
              <a:t>as</a:t>
            </a:r>
            <a:r>
              <a:rPr lang="en-US" sz="1800">
                <a:latin typeface="Consolas"/>
                <a:ea typeface="Consolas"/>
                <a:cs typeface="Consolas"/>
                <a:sym typeface="Consolas"/>
              </a:rPr>
              <a:t> ET</a:t>
            </a:r>
            <a:endParaRPr sz="1800">
              <a:latin typeface="Consolas"/>
              <a:ea typeface="Consolas"/>
              <a:cs typeface="Consolas"/>
              <a:sym typeface="Consolas"/>
            </a:endParaRPr>
          </a:p>
          <a:p>
            <a:pPr marL="0" lvl="0" indent="0" algn="l" rtl="0">
              <a:lnSpc>
                <a:spcPct val="127777"/>
              </a:lnSpc>
              <a:spcBef>
                <a:spcPts val="0"/>
              </a:spcBef>
              <a:spcAft>
                <a:spcPts val="0"/>
              </a:spcAft>
              <a:buNone/>
            </a:pPr>
            <a:endParaRPr sz="1800">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xml_data = </a:t>
            </a:r>
            <a:r>
              <a:rPr lang="en-US" sz="1800">
                <a:solidFill>
                  <a:srgbClr val="A31515"/>
                </a:solidFill>
                <a:latin typeface="Consolas"/>
                <a:ea typeface="Consolas"/>
                <a:cs typeface="Consolas"/>
                <a:sym typeface="Consolas"/>
              </a:rPr>
              <a:t>'''&lt;data&gt;&lt;item&gt;Item 1&lt;/item&gt;&lt;/data&gt;''' </a:t>
            </a:r>
            <a:r>
              <a:rPr lang="en-US" sz="1800">
                <a:solidFill>
                  <a:srgbClr val="008000"/>
                </a:solidFill>
                <a:latin typeface="Consolas"/>
                <a:ea typeface="Consolas"/>
                <a:cs typeface="Consolas"/>
                <a:sym typeface="Consolas"/>
              </a:rPr>
              <a:t>#Defines an XML string containing a &lt;data&gt; element with one &lt;item&gt; child</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latin typeface="Consolas"/>
                <a:ea typeface="Consolas"/>
                <a:cs typeface="Consolas"/>
                <a:sym typeface="Consolas"/>
              </a:rPr>
              <a:t>root = ET.fromstring(xml_data) </a:t>
            </a:r>
            <a:r>
              <a:rPr lang="en-US" sz="1800">
                <a:solidFill>
                  <a:srgbClr val="008000"/>
                </a:solidFill>
                <a:latin typeface="Consolas"/>
                <a:ea typeface="Consolas"/>
                <a:cs typeface="Consolas"/>
                <a:sym typeface="Consolas"/>
              </a:rPr>
              <a:t>#Parses the XML string and returns the root element (&lt;data&gt;)</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a:solidFill>
                  <a:srgbClr val="6A5221"/>
                </a:solidFill>
                <a:latin typeface="Consolas"/>
                <a:ea typeface="Consolas"/>
                <a:cs typeface="Consolas"/>
                <a:sym typeface="Consolas"/>
              </a:rPr>
              <a:t>print</a:t>
            </a:r>
            <a:r>
              <a:rPr lang="en-US" sz="1800">
                <a:latin typeface="Consolas"/>
                <a:ea typeface="Consolas"/>
                <a:cs typeface="Consolas"/>
                <a:sym typeface="Consolas"/>
              </a:rPr>
              <a:t>(root.tag) </a:t>
            </a:r>
            <a:r>
              <a:rPr lang="en-US" sz="1800">
                <a:solidFill>
                  <a:srgbClr val="008000"/>
                </a:solidFill>
                <a:latin typeface="Consolas"/>
                <a:ea typeface="Consolas"/>
                <a:cs typeface="Consolas"/>
                <a:sym typeface="Consolas"/>
              </a:rPr>
              <a:t>#Prints the tag name of the root element, which is data</a:t>
            </a: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a:solidFill>
                <a:srgbClr val="9723B4"/>
              </a:solidFill>
              <a:highlight>
                <a:schemeClr val="lt1"/>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0"/>
              </a:spcBef>
              <a:spcAft>
                <a:spcPts val="0"/>
              </a:spcAft>
              <a:buNone/>
            </a:pPr>
            <a:r>
              <a:rPr lang="en-US">
                <a:solidFill>
                  <a:schemeClr val="dk1"/>
                </a:solidFill>
              </a:rPr>
              <a:t>Navigating XML files</a:t>
            </a:r>
            <a:endParaRPr>
              <a:solidFill>
                <a:schemeClr val="dk1"/>
              </a:solidFill>
            </a:endParaRPr>
          </a:p>
        </p:txBody>
      </p:sp>
      <p:sp>
        <p:nvSpPr>
          <p:cNvPr id="330" name="Google Shape;330;p32"/>
          <p:cNvSpPr txBox="1">
            <a:spLocks noGrp="1"/>
          </p:cNvSpPr>
          <p:nvPr>
            <p:ph type="body" idx="1"/>
          </p:nvPr>
        </p:nvSpPr>
        <p:spPr>
          <a:xfrm>
            <a:off x="838200" y="1127320"/>
            <a:ext cx="10233897" cy="2136875"/>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b="0" dirty="0">
                <a:solidFill>
                  <a:srgbClr val="000000"/>
                </a:solidFill>
                <a:highlight>
                  <a:srgbClr val="FCFBFB"/>
                </a:highlight>
              </a:rPr>
              <a:t>We can use Python's </a:t>
            </a:r>
            <a:r>
              <a:rPr lang="en-US" sz="1800" b="0" dirty="0" err="1">
                <a:solidFill>
                  <a:srgbClr val="188038"/>
                </a:solidFill>
                <a:highlight>
                  <a:srgbClr val="FCFBFB"/>
                </a:highlight>
              </a:rPr>
              <a:t>xml.etree.ElementTree</a:t>
            </a:r>
            <a:r>
              <a:rPr lang="en-US" sz="1800" b="0" dirty="0">
                <a:highlight>
                  <a:srgbClr val="FCFBFB"/>
                </a:highlight>
              </a:rPr>
              <a:t>(</a:t>
            </a:r>
            <a:r>
              <a:rPr lang="en-US" sz="1800" b="0" u="sng" dirty="0">
                <a:solidFill>
                  <a:schemeClr val="hlink"/>
                </a:solidFill>
                <a:highlight>
                  <a:srgbClr val="FCFBFB"/>
                </a:highlight>
                <a:hlinkClick r:id="rId3"/>
              </a:rPr>
              <a:t>https://docs.python.org/3/library/xml.etree.elementtree.html</a:t>
            </a:r>
            <a:r>
              <a:rPr lang="en-US" sz="1800" b="0" dirty="0">
                <a:highlight>
                  <a:srgbClr val="FCFBFB"/>
                </a:highlight>
              </a:rPr>
              <a:t>), </a:t>
            </a:r>
            <a:r>
              <a:rPr lang="en-US" sz="1800" b="0" dirty="0">
                <a:solidFill>
                  <a:srgbClr val="000000"/>
                </a:solidFill>
                <a:highlight>
                  <a:srgbClr val="FCFBFB"/>
                </a:highlight>
              </a:rPr>
              <a:t>or </a:t>
            </a:r>
            <a:r>
              <a:rPr lang="en-US" sz="1800" b="0" dirty="0" err="1">
                <a:solidFill>
                  <a:srgbClr val="188038"/>
                </a:solidFill>
                <a:highlight>
                  <a:srgbClr val="FCFBFB"/>
                </a:highlight>
              </a:rPr>
              <a:t>lxml</a:t>
            </a:r>
            <a:r>
              <a:rPr lang="en-US" sz="1800" b="0" dirty="0">
                <a:highlight>
                  <a:srgbClr val="FCFBFB"/>
                </a:highlight>
              </a:rPr>
              <a:t>(</a:t>
            </a:r>
            <a:r>
              <a:rPr lang="en-US" sz="1800" b="0" u="sng" dirty="0">
                <a:solidFill>
                  <a:schemeClr val="hlink"/>
                </a:solidFill>
                <a:highlight>
                  <a:srgbClr val="FCFBFB"/>
                </a:highlight>
                <a:hlinkClick r:id="rId4"/>
              </a:rPr>
              <a:t>https://pypi.org/project/lxml/4.9.1/</a:t>
            </a:r>
            <a:r>
              <a:rPr lang="en-US" sz="1800" b="0" dirty="0">
                <a:highlight>
                  <a:srgbClr val="FCFBFB"/>
                </a:highlight>
              </a:rPr>
              <a:t>) </a:t>
            </a:r>
            <a:r>
              <a:rPr lang="en-US" sz="1800" b="0" dirty="0">
                <a:solidFill>
                  <a:srgbClr val="000000"/>
                </a:solidFill>
                <a:highlight>
                  <a:srgbClr val="FCFBFB"/>
                </a:highlight>
              </a:rPr>
              <a:t>libraries to parse and navigate XML files.</a:t>
            </a:r>
            <a:endParaRPr sz="1800" b="0" dirty="0">
              <a:solidFill>
                <a:srgbClr val="000000"/>
              </a:solidFill>
              <a:highlight>
                <a:srgbClr val="FCFBFB"/>
              </a:highlight>
            </a:endParaRPr>
          </a:p>
          <a:p>
            <a:pPr marL="0" lvl="0" indent="0" algn="l" rtl="0">
              <a:lnSpc>
                <a:spcPct val="115000"/>
              </a:lnSpc>
              <a:spcBef>
                <a:spcPts val="1200"/>
              </a:spcBef>
              <a:spcAft>
                <a:spcPts val="0"/>
              </a:spcAft>
              <a:buNone/>
            </a:pPr>
            <a:endParaRPr sz="1800" b="0" dirty="0">
              <a:solidFill>
                <a:srgbClr val="000000"/>
              </a:solidFill>
              <a:highlight>
                <a:srgbClr val="FCFBFB"/>
              </a:highlight>
            </a:endParaRPr>
          </a:p>
          <a:p>
            <a:pPr marL="0" lvl="0" indent="0" algn="l" rtl="0">
              <a:lnSpc>
                <a:spcPct val="115000"/>
              </a:lnSpc>
              <a:spcBef>
                <a:spcPts val="1200"/>
              </a:spcBef>
              <a:spcAft>
                <a:spcPts val="0"/>
              </a:spcAft>
              <a:buNone/>
            </a:pPr>
            <a:r>
              <a:rPr lang="en-US" sz="1800" b="0" dirty="0">
                <a:solidFill>
                  <a:srgbClr val="000000"/>
                </a:solidFill>
              </a:rPr>
              <a:t>This code iterates through all &lt;item&gt; elements in an XML tree and prints their text content:</a:t>
            </a:r>
            <a:endParaRPr sz="1800" b="0" dirty="0">
              <a:solidFill>
                <a:srgbClr val="000000"/>
              </a:solidFill>
            </a:endParaRPr>
          </a:p>
          <a:p>
            <a:pPr marL="0" lvl="0" indent="0" algn="l" rtl="0">
              <a:lnSpc>
                <a:spcPct val="115000"/>
              </a:lnSpc>
              <a:spcBef>
                <a:spcPts val="1200"/>
              </a:spcBef>
              <a:spcAft>
                <a:spcPts val="0"/>
              </a:spcAft>
              <a:buNone/>
            </a:pPr>
            <a:endParaRPr sz="1600" dirty="0">
              <a:solidFill>
                <a:srgbClr val="000000"/>
              </a:solidFill>
            </a:endParaRPr>
          </a:p>
        </p:txBody>
      </p:sp>
      <p:sp>
        <p:nvSpPr>
          <p:cNvPr id="331" name="Google Shape;331;p32"/>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32" name="Google Shape;332;p32"/>
          <p:cNvSpPr txBox="1"/>
          <p:nvPr/>
        </p:nvSpPr>
        <p:spPr>
          <a:xfrm>
            <a:off x="838200" y="3732029"/>
            <a:ext cx="10330500" cy="1542000"/>
          </a:xfrm>
          <a:prstGeom prst="rect">
            <a:avLst/>
          </a:prstGeom>
          <a:noFill/>
          <a:ln>
            <a:noFill/>
          </a:ln>
        </p:spPr>
        <p:txBody>
          <a:bodyPr spcFirstLastPara="1" wrap="square" lIns="91425" tIns="91425" rIns="91425" bIns="91425" anchor="t" anchorCtr="0">
            <a:noAutofit/>
          </a:bodyPr>
          <a:lstStyle/>
          <a:p>
            <a:pPr marL="0" lvl="0" indent="0" algn="l" rtl="0">
              <a:lnSpc>
                <a:spcPct val="127777"/>
              </a:lnSpc>
              <a:spcBef>
                <a:spcPts val="0"/>
              </a:spcBef>
              <a:spcAft>
                <a:spcPts val="0"/>
              </a:spcAft>
              <a:buNone/>
            </a:pPr>
            <a:r>
              <a:rPr lang="en-US" sz="1800" dirty="0">
                <a:solidFill>
                  <a:srgbClr val="9723B4"/>
                </a:solidFill>
                <a:latin typeface="Consolas"/>
                <a:ea typeface="Consolas"/>
                <a:cs typeface="Consolas"/>
                <a:sym typeface="Consolas"/>
              </a:rPr>
              <a:t>for</a:t>
            </a:r>
            <a:r>
              <a:rPr lang="en-US" sz="1800" dirty="0">
                <a:latin typeface="Consolas"/>
                <a:ea typeface="Consolas"/>
                <a:cs typeface="Consolas"/>
                <a:sym typeface="Consolas"/>
              </a:rPr>
              <a:t> item </a:t>
            </a:r>
            <a:r>
              <a:rPr lang="en-US" sz="1800" dirty="0">
                <a:solidFill>
                  <a:srgbClr val="0000FF"/>
                </a:solidFill>
                <a:latin typeface="Consolas"/>
                <a:ea typeface="Consolas"/>
                <a:cs typeface="Consolas"/>
                <a:sym typeface="Consolas"/>
              </a:rPr>
              <a:t>in</a:t>
            </a:r>
            <a:r>
              <a:rPr lang="en-US" sz="1800" dirty="0">
                <a:latin typeface="Consolas"/>
                <a:ea typeface="Consolas"/>
                <a:cs typeface="Consolas"/>
                <a:sym typeface="Consolas"/>
              </a:rPr>
              <a:t> </a:t>
            </a:r>
            <a:r>
              <a:rPr lang="en-US" sz="1800" dirty="0" err="1">
                <a:latin typeface="Consolas"/>
                <a:ea typeface="Consolas"/>
                <a:cs typeface="Consolas"/>
                <a:sym typeface="Consolas"/>
              </a:rPr>
              <a:t>root.findall</a:t>
            </a:r>
            <a:r>
              <a:rPr lang="en-US" sz="1800" dirty="0">
                <a:latin typeface="Consolas"/>
                <a:ea typeface="Consolas"/>
                <a:cs typeface="Consolas"/>
                <a:sym typeface="Consolas"/>
              </a:rPr>
              <a:t>(</a:t>
            </a:r>
            <a:r>
              <a:rPr lang="en-US" sz="1800" dirty="0">
                <a:solidFill>
                  <a:srgbClr val="A31515"/>
                </a:solidFill>
                <a:latin typeface="Consolas"/>
                <a:ea typeface="Consolas"/>
                <a:cs typeface="Consolas"/>
                <a:sym typeface="Consolas"/>
              </a:rPr>
              <a:t>'item'</a:t>
            </a:r>
            <a:r>
              <a:rPr lang="en-US" sz="1800" dirty="0">
                <a:latin typeface="Consolas"/>
                <a:ea typeface="Consolas"/>
                <a:cs typeface="Consolas"/>
                <a:sym typeface="Consolas"/>
              </a:rPr>
              <a:t>): </a:t>
            </a:r>
            <a:r>
              <a:rPr lang="en-US" sz="1800" dirty="0">
                <a:solidFill>
                  <a:srgbClr val="008000"/>
                </a:solidFill>
                <a:latin typeface="Consolas"/>
                <a:ea typeface="Consolas"/>
                <a:cs typeface="Consolas"/>
                <a:sym typeface="Consolas"/>
              </a:rPr>
              <a:t>#Uses </a:t>
            </a:r>
            <a:r>
              <a:rPr lang="en-US" sz="1800" dirty="0" err="1">
                <a:solidFill>
                  <a:srgbClr val="008000"/>
                </a:solidFill>
                <a:latin typeface="Consolas"/>
                <a:ea typeface="Consolas"/>
                <a:cs typeface="Consolas"/>
                <a:sym typeface="Consolas"/>
              </a:rPr>
              <a:t>findall</a:t>
            </a:r>
            <a:r>
              <a:rPr lang="en-US" sz="1800" dirty="0">
                <a:solidFill>
                  <a:srgbClr val="008000"/>
                </a:solidFill>
                <a:latin typeface="Consolas"/>
                <a:ea typeface="Consolas"/>
                <a:cs typeface="Consolas"/>
                <a:sym typeface="Consolas"/>
              </a:rPr>
              <a:t> from </a:t>
            </a:r>
            <a:r>
              <a:rPr lang="en-US" sz="1800" dirty="0" err="1">
                <a:solidFill>
                  <a:srgbClr val="008000"/>
                </a:solidFill>
                <a:latin typeface="Consolas"/>
                <a:ea typeface="Consolas"/>
                <a:cs typeface="Consolas"/>
                <a:sym typeface="Consolas"/>
              </a:rPr>
              <a:t>xml.etree.ElementTree.Element</a:t>
            </a:r>
            <a:r>
              <a:rPr lang="en-US" sz="1800" dirty="0">
                <a:solidFill>
                  <a:srgbClr val="008000"/>
                </a:solidFill>
                <a:latin typeface="Consolas"/>
                <a:ea typeface="Consolas"/>
                <a:cs typeface="Consolas"/>
                <a:sym typeface="Consolas"/>
              </a:rPr>
              <a:t> to get all child elements with the tag item under root</a:t>
            </a:r>
            <a:endParaRPr sz="1800" dirty="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800" dirty="0">
                <a:latin typeface="Consolas"/>
                <a:ea typeface="Consolas"/>
                <a:cs typeface="Consolas"/>
                <a:sym typeface="Consolas"/>
              </a:rPr>
              <a:t>   </a:t>
            </a:r>
            <a:r>
              <a:rPr lang="en-US" sz="1800" dirty="0">
                <a:solidFill>
                  <a:srgbClr val="6A5221"/>
                </a:solidFill>
                <a:latin typeface="Consolas"/>
                <a:ea typeface="Consolas"/>
                <a:cs typeface="Consolas"/>
                <a:sym typeface="Consolas"/>
              </a:rPr>
              <a:t>print</a:t>
            </a:r>
            <a:r>
              <a:rPr lang="en-US" sz="1800" dirty="0">
                <a:latin typeface="Consolas"/>
                <a:ea typeface="Consolas"/>
                <a:cs typeface="Consolas"/>
                <a:sym typeface="Consolas"/>
              </a:rPr>
              <a:t>(</a:t>
            </a:r>
            <a:r>
              <a:rPr lang="en-US" sz="1800" dirty="0" err="1">
                <a:latin typeface="Consolas"/>
                <a:ea typeface="Consolas"/>
                <a:cs typeface="Consolas"/>
                <a:sym typeface="Consolas"/>
              </a:rPr>
              <a:t>item.text</a:t>
            </a:r>
            <a:r>
              <a:rPr lang="en-US" sz="1800" dirty="0">
                <a:latin typeface="Consolas"/>
                <a:ea typeface="Consolas"/>
                <a:cs typeface="Consolas"/>
                <a:sym typeface="Consolas"/>
              </a:rPr>
              <a:t>)</a:t>
            </a:r>
            <a:endParaRPr sz="1800" dirty="0">
              <a:latin typeface="Consolas"/>
              <a:ea typeface="Consolas"/>
              <a:cs typeface="Consolas"/>
              <a:sym typeface="Consolas"/>
            </a:endParaRPr>
          </a:p>
          <a:p>
            <a:pPr marL="0" lvl="0" indent="0" algn="l" rtl="0">
              <a:lnSpc>
                <a:spcPct val="127777"/>
              </a:lnSpc>
              <a:spcBef>
                <a:spcPts val="0"/>
              </a:spcBef>
              <a:spcAft>
                <a:spcPts val="0"/>
              </a:spcAft>
              <a:buNone/>
            </a:pPr>
            <a:endParaRPr sz="1800" dirty="0">
              <a:latin typeface="Consolas"/>
              <a:ea typeface="Consolas"/>
              <a:cs typeface="Consolas"/>
              <a:sym typeface="Consolas"/>
            </a:endParaRPr>
          </a:p>
          <a:p>
            <a:pPr marL="0" lvl="0" indent="0" algn="l" rtl="0">
              <a:lnSpc>
                <a:spcPct val="127777"/>
              </a:lnSpc>
              <a:spcBef>
                <a:spcPts val="0"/>
              </a:spcBef>
              <a:spcAft>
                <a:spcPts val="0"/>
              </a:spcAft>
              <a:buNone/>
            </a:pPr>
            <a:endParaRPr sz="1800" dirty="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endParaRPr sz="1800" dirty="0">
              <a:solidFill>
                <a:srgbClr val="9723B4"/>
              </a:solidFill>
              <a:highlight>
                <a:schemeClr val="lt1"/>
              </a:highlight>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3"/>
          <p:cNvSpPr txBox="1">
            <a:spLocks noGrp="1"/>
          </p:cNvSpPr>
          <p:nvPr>
            <p:ph type="body" idx="1"/>
          </p:nvPr>
        </p:nvSpPr>
        <p:spPr>
          <a:xfrm>
            <a:off x="2550375" y="4837125"/>
            <a:ext cx="6722400" cy="996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US"/>
              <a:t>Handling errors and timeouts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4"/>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734"/>
              </a:buClr>
              <a:buSzPts val="2000"/>
              <a:buFont typeface="Geologica"/>
              <a:buNone/>
            </a:pPr>
            <a:r>
              <a:rPr lang="en-US"/>
              <a:t>Handling errors and timeouts</a:t>
            </a:r>
            <a:endParaRPr/>
          </a:p>
        </p:txBody>
      </p:sp>
      <p:sp>
        <p:nvSpPr>
          <p:cNvPr id="343" name="Google Shape;343;p34"/>
          <p:cNvSpPr txBox="1">
            <a:spLocks noGrp="1"/>
          </p:cNvSpPr>
          <p:nvPr>
            <p:ph type="body" idx="1"/>
          </p:nvPr>
        </p:nvSpPr>
        <p:spPr>
          <a:xfrm>
            <a:off x="838200" y="894000"/>
            <a:ext cx="11132400" cy="904200"/>
          </a:xfrm>
          <a:prstGeom prst="rect">
            <a:avLst/>
          </a:prstGeom>
          <a:solidFill>
            <a:schemeClr val="lt1"/>
          </a:solid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800" b="0">
                <a:solidFill>
                  <a:srgbClr val="000000"/>
                </a:solidFill>
                <a:highlight>
                  <a:srgbClr val="FCFBFB"/>
                </a:highlight>
              </a:rPr>
              <a:t>Handling errors involves managing unexpected situations like failed requests, server errors, or timeouts to make web scraping more robust.</a:t>
            </a:r>
            <a:endParaRPr sz="1800" b="0">
              <a:solidFill>
                <a:srgbClr val="1B1C1D"/>
              </a:solidFill>
            </a:endParaRPr>
          </a:p>
          <a:p>
            <a:pPr marL="457200" lvl="0" indent="0" algn="l" rtl="0">
              <a:lnSpc>
                <a:spcPct val="115000"/>
              </a:lnSpc>
              <a:spcBef>
                <a:spcPts val="900"/>
              </a:spcBef>
              <a:spcAft>
                <a:spcPts val="0"/>
              </a:spcAft>
              <a:buNone/>
            </a:pPr>
            <a:endParaRPr sz="1600" b="0">
              <a:solidFill>
                <a:srgbClr val="000000"/>
              </a:solidFill>
              <a:highlight>
                <a:srgbClr val="FCFBFB"/>
              </a:highlight>
            </a:endParaRPr>
          </a:p>
          <a:p>
            <a:pPr marL="0" lvl="0" indent="0" algn="l" rtl="0">
              <a:lnSpc>
                <a:spcPct val="115000"/>
              </a:lnSpc>
              <a:spcBef>
                <a:spcPts val="900"/>
              </a:spcBef>
              <a:spcAft>
                <a:spcPts val="0"/>
              </a:spcAft>
              <a:buNone/>
            </a:pPr>
            <a:endParaRPr sz="1150" b="0">
              <a:solidFill>
                <a:srgbClr val="000000"/>
              </a:solidFill>
              <a:highlight>
                <a:srgbClr val="FCFBFB"/>
              </a:highlight>
              <a:latin typeface="Arial"/>
              <a:ea typeface="Arial"/>
              <a:cs typeface="Arial"/>
              <a:sym typeface="Arial"/>
            </a:endParaRPr>
          </a:p>
          <a:p>
            <a:pPr marL="914400" lvl="0" indent="0" algn="l" rtl="0">
              <a:lnSpc>
                <a:spcPct val="115000"/>
              </a:lnSpc>
              <a:spcBef>
                <a:spcPts val="900"/>
              </a:spcBef>
              <a:spcAft>
                <a:spcPts val="0"/>
              </a:spcAft>
              <a:buNone/>
            </a:pPr>
            <a:endParaRPr sz="1600" b="0">
              <a:solidFill>
                <a:srgbClr val="1B1C1D"/>
              </a:solidFill>
            </a:endParaRPr>
          </a:p>
          <a:p>
            <a:pPr marL="0" lvl="0" indent="0" algn="l" rtl="0">
              <a:lnSpc>
                <a:spcPct val="115000"/>
              </a:lnSpc>
              <a:spcBef>
                <a:spcPts val="600"/>
              </a:spcBef>
              <a:spcAft>
                <a:spcPts val="600"/>
              </a:spcAft>
              <a:buNone/>
            </a:pPr>
            <a:endParaRPr sz="1800" b="0">
              <a:solidFill>
                <a:srgbClr val="1B1C1D"/>
              </a:solidFill>
            </a:endParaRPr>
          </a:p>
        </p:txBody>
      </p:sp>
      <p:sp>
        <p:nvSpPr>
          <p:cNvPr id="344" name="Google Shape;344;p34"/>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
        <p:nvSpPr>
          <p:cNvPr id="345" name="Google Shape;345;p34"/>
          <p:cNvSpPr txBox="1"/>
          <p:nvPr/>
        </p:nvSpPr>
        <p:spPr>
          <a:xfrm>
            <a:off x="1060200" y="2157875"/>
            <a:ext cx="10843500" cy="3892500"/>
          </a:xfrm>
          <a:prstGeom prst="rect">
            <a:avLst/>
          </a:prstGeom>
          <a:noFill/>
          <a:ln>
            <a:noFill/>
          </a:ln>
        </p:spPr>
        <p:txBody>
          <a:bodyPr spcFirstLastPara="1" wrap="square" lIns="91425" tIns="91425" rIns="91425" bIns="91425" anchor="t" anchorCtr="0">
            <a:spAutoFit/>
          </a:bodyPr>
          <a:lstStyle/>
          <a:p>
            <a:pPr marL="0" lvl="0" indent="0" algn="l" rtl="0">
              <a:lnSpc>
                <a:spcPct val="127777"/>
              </a:lnSpc>
              <a:spcBef>
                <a:spcPts val="0"/>
              </a:spcBef>
              <a:spcAft>
                <a:spcPts val="0"/>
              </a:spcAft>
              <a:buNone/>
            </a:pPr>
            <a:r>
              <a:rPr lang="en-US" sz="1600">
                <a:solidFill>
                  <a:srgbClr val="9723B4"/>
                </a:solidFill>
                <a:latin typeface="Consolas"/>
                <a:ea typeface="Consolas"/>
                <a:cs typeface="Consolas"/>
                <a:sym typeface="Consolas"/>
              </a:rPr>
              <a:t>try</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response = requests.get(</a:t>
            </a:r>
            <a:r>
              <a:rPr lang="en-US" sz="1600">
                <a:solidFill>
                  <a:srgbClr val="A31515"/>
                </a:solidFill>
                <a:latin typeface="Consolas"/>
                <a:ea typeface="Consolas"/>
                <a:cs typeface="Consolas"/>
                <a:sym typeface="Consolas"/>
              </a:rPr>
              <a:t>'https://example.com'</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response.raise_for_status() </a:t>
            </a:r>
            <a:r>
              <a:rPr lang="en-US" sz="1600">
                <a:solidFill>
                  <a:srgbClr val="008000"/>
                </a:solidFill>
                <a:latin typeface="Consolas"/>
                <a:ea typeface="Consolas"/>
                <a:cs typeface="Consolas"/>
                <a:sym typeface="Consolas"/>
              </a:rPr>
              <a:t>#Raises exception if the HTTP status code indicates an error</a:t>
            </a:r>
            <a:endParaRPr sz="1600">
              <a:solidFill>
                <a:srgbClr val="008000"/>
              </a:solidFill>
              <a:latin typeface="Consolas"/>
              <a:ea typeface="Consolas"/>
              <a:cs typeface="Consolas"/>
              <a:sym typeface="Consolas"/>
            </a:endParaRPr>
          </a:p>
          <a:p>
            <a:pPr marL="0" lvl="0" indent="0" algn="l" rtl="0">
              <a:lnSpc>
                <a:spcPct val="127777"/>
              </a:lnSpc>
              <a:spcBef>
                <a:spcPts val="0"/>
              </a:spcBef>
              <a:spcAft>
                <a:spcPts val="0"/>
              </a:spcAft>
              <a:buNone/>
            </a:pPr>
            <a:r>
              <a:rPr lang="en-US" sz="1600">
                <a:solidFill>
                  <a:srgbClr val="9723B4"/>
                </a:solidFill>
                <a:latin typeface="Consolas"/>
                <a:ea typeface="Consolas"/>
                <a:cs typeface="Consolas"/>
                <a:sym typeface="Consolas"/>
              </a:rPr>
              <a:t>except</a:t>
            </a:r>
            <a:r>
              <a:rPr lang="en-US" sz="1600">
                <a:latin typeface="Consolas"/>
                <a:ea typeface="Consolas"/>
                <a:cs typeface="Consolas"/>
                <a:sym typeface="Consolas"/>
              </a:rPr>
              <a:t> requests.exceptions.HTTPError </a:t>
            </a:r>
            <a:r>
              <a:rPr lang="en-US" sz="1600">
                <a:solidFill>
                  <a:srgbClr val="9723B4"/>
                </a:solidFill>
                <a:latin typeface="Consolas"/>
                <a:ea typeface="Consolas"/>
                <a:cs typeface="Consolas"/>
                <a:sym typeface="Consolas"/>
              </a:rPr>
              <a:t>as</a:t>
            </a:r>
            <a:r>
              <a:rPr lang="en-US" sz="1600">
                <a:latin typeface="Consolas"/>
                <a:ea typeface="Consolas"/>
                <a:cs typeface="Consolas"/>
                <a:sym typeface="Consolas"/>
              </a:rPr>
              <a:t> http_err:</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a:t>
            </a:r>
            <a:r>
              <a:rPr lang="en-US" sz="1600">
                <a:solidFill>
                  <a:srgbClr val="6A5221"/>
                </a:solidFill>
                <a:latin typeface="Consolas"/>
                <a:ea typeface="Consolas"/>
                <a:cs typeface="Consolas"/>
                <a:sym typeface="Consolas"/>
              </a:rPr>
              <a:t>print</a:t>
            </a:r>
            <a:r>
              <a:rPr lang="en-US" sz="1600">
                <a:latin typeface="Consolas"/>
                <a:ea typeface="Consolas"/>
                <a:cs typeface="Consolas"/>
                <a:sym typeface="Consolas"/>
              </a:rPr>
              <a:t>(</a:t>
            </a:r>
            <a:r>
              <a:rPr lang="en-US" sz="1600">
                <a:solidFill>
                  <a:srgbClr val="0000FF"/>
                </a:solidFill>
                <a:latin typeface="Consolas"/>
                <a:ea typeface="Consolas"/>
                <a:cs typeface="Consolas"/>
                <a:sym typeface="Consolas"/>
              </a:rPr>
              <a:t>f</a:t>
            </a:r>
            <a:r>
              <a:rPr lang="en-US" sz="1600">
                <a:solidFill>
                  <a:srgbClr val="A31515"/>
                </a:solidFill>
                <a:latin typeface="Consolas"/>
                <a:ea typeface="Consolas"/>
                <a:cs typeface="Consolas"/>
                <a:sym typeface="Consolas"/>
              </a:rPr>
              <a:t>'HTTP error occurred: </a:t>
            </a:r>
            <a:r>
              <a:rPr lang="en-US" sz="1600">
                <a:latin typeface="Consolas"/>
                <a:ea typeface="Consolas"/>
                <a:cs typeface="Consolas"/>
                <a:sym typeface="Consolas"/>
              </a:rPr>
              <a:t>{http_err}</a:t>
            </a:r>
            <a:r>
              <a:rPr lang="en-US" sz="1600">
                <a:solidFill>
                  <a:srgbClr val="A31515"/>
                </a:solidFill>
                <a:latin typeface="Consolas"/>
                <a:ea typeface="Consolas"/>
                <a:cs typeface="Consolas"/>
                <a:sym typeface="Consolas"/>
              </a:rPr>
              <a:t>'</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solidFill>
                  <a:srgbClr val="9723B4"/>
                </a:solidFill>
                <a:latin typeface="Consolas"/>
                <a:ea typeface="Consolas"/>
                <a:cs typeface="Consolas"/>
                <a:sym typeface="Consolas"/>
              </a:rPr>
              <a:t>except</a:t>
            </a:r>
            <a:r>
              <a:rPr lang="en-US" sz="1600">
                <a:latin typeface="Consolas"/>
                <a:ea typeface="Consolas"/>
                <a:cs typeface="Consolas"/>
                <a:sym typeface="Consolas"/>
              </a:rPr>
              <a:t> requests.exceptions.ConnectionError </a:t>
            </a:r>
            <a:r>
              <a:rPr lang="en-US" sz="1600">
                <a:solidFill>
                  <a:srgbClr val="9723B4"/>
                </a:solidFill>
                <a:latin typeface="Consolas"/>
                <a:ea typeface="Consolas"/>
                <a:cs typeface="Consolas"/>
                <a:sym typeface="Consolas"/>
              </a:rPr>
              <a:t>as</a:t>
            </a:r>
            <a:r>
              <a:rPr lang="en-US" sz="1600">
                <a:latin typeface="Consolas"/>
                <a:ea typeface="Consolas"/>
                <a:cs typeface="Consolas"/>
                <a:sym typeface="Consolas"/>
              </a:rPr>
              <a:t> conn_err:</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a:t>
            </a:r>
            <a:r>
              <a:rPr lang="en-US" sz="1600">
                <a:solidFill>
                  <a:srgbClr val="6A5221"/>
                </a:solidFill>
                <a:latin typeface="Consolas"/>
                <a:ea typeface="Consolas"/>
                <a:cs typeface="Consolas"/>
                <a:sym typeface="Consolas"/>
              </a:rPr>
              <a:t>print</a:t>
            </a:r>
            <a:r>
              <a:rPr lang="en-US" sz="1600">
                <a:latin typeface="Consolas"/>
                <a:ea typeface="Consolas"/>
                <a:cs typeface="Consolas"/>
                <a:sym typeface="Consolas"/>
              </a:rPr>
              <a:t>(</a:t>
            </a:r>
            <a:r>
              <a:rPr lang="en-US" sz="1600">
                <a:solidFill>
                  <a:srgbClr val="0000FF"/>
                </a:solidFill>
                <a:latin typeface="Consolas"/>
                <a:ea typeface="Consolas"/>
                <a:cs typeface="Consolas"/>
                <a:sym typeface="Consolas"/>
              </a:rPr>
              <a:t>f</a:t>
            </a:r>
            <a:r>
              <a:rPr lang="en-US" sz="1600">
                <a:solidFill>
                  <a:srgbClr val="A31515"/>
                </a:solidFill>
                <a:latin typeface="Consolas"/>
                <a:ea typeface="Consolas"/>
                <a:cs typeface="Consolas"/>
                <a:sym typeface="Consolas"/>
              </a:rPr>
              <a:t>'Connection error occurred: </a:t>
            </a:r>
            <a:r>
              <a:rPr lang="en-US" sz="1600">
                <a:latin typeface="Consolas"/>
                <a:ea typeface="Consolas"/>
                <a:cs typeface="Consolas"/>
                <a:sym typeface="Consolas"/>
              </a:rPr>
              <a:t>{conn_err}</a:t>
            </a:r>
            <a:r>
              <a:rPr lang="en-US" sz="1600">
                <a:solidFill>
                  <a:srgbClr val="A31515"/>
                </a:solidFill>
                <a:latin typeface="Consolas"/>
                <a:ea typeface="Consolas"/>
                <a:cs typeface="Consolas"/>
                <a:sym typeface="Consolas"/>
              </a:rPr>
              <a:t>'</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solidFill>
                  <a:srgbClr val="9723B4"/>
                </a:solidFill>
                <a:latin typeface="Consolas"/>
                <a:ea typeface="Consolas"/>
                <a:cs typeface="Consolas"/>
                <a:sym typeface="Consolas"/>
              </a:rPr>
              <a:t>except</a:t>
            </a:r>
            <a:r>
              <a:rPr lang="en-US" sz="1600">
                <a:latin typeface="Consolas"/>
                <a:ea typeface="Consolas"/>
                <a:cs typeface="Consolas"/>
                <a:sym typeface="Consolas"/>
              </a:rPr>
              <a:t> requests.exceptions.Timeout </a:t>
            </a:r>
            <a:r>
              <a:rPr lang="en-US" sz="1600">
                <a:solidFill>
                  <a:srgbClr val="9723B4"/>
                </a:solidFill>
                <a:latin typeface="Consolas"/>
                <a:ea typeface="Consolas"/>
                <a:cs typeface="Consolas"/>
                <a:sym typeface="Consolas"/>
              </a:rPr>
              <a:t>as</a:t>
            </a:r>
            <a:r>
              <a:rPr lang="en-US" sz="1600">
                <a:latin typeface="Consolas"/>
                <a:ea typeface="Consolas"/>
                <a:cs typeface="Consolas"/>
                <a:sym typeface="Consolas"/>
              </a:rPr>
              <a:t> timeout_err:</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a:t>
            </a:r>
            <a:r>
              <a:rPr lang="en-US" sz="1600">
                <a:solidFill>
                  <a:srgbClr val="6A5221"/>
                </a:solidFill>
                <a:latin typeface="Consolas"/>
                <a:ea typeface="Consolas"/>
                <a:cs typeface="Consolas"/>
                <a:sym typeface="Consolas"/>
              </a:rPr>
              <a:t>print</a:t>
            </a:r>
            <a:r>
              <a:rPr lang="en-US" sz="1600">
                <a:latin typeface="Consolas"/>
                <a:ea typeface="Consolas"/>
                <a:cs typeface="Consolas"/>
                <a:sym typeface="Consolas"/>
              </a:rPr>
              <a:t>(</a:t>
            </a:r>
            <a:r>
              <a:rPr lang="en-US" sz="1600">
                <a:solidFill>
                  <a:srgbClr val="0000FF"/>
                </a:solidFill>
                <a:latin typeface="Consolas"/>
                <a:ea typeface="Consolas"/>
                <a:cs typeface="Consolas"/>
                <a:sym typeface="Consolas"/>
              </a:rPr>
              <a:t>f</a:t>
            </a:r>
            <a:r>
              <a:rPr lang="en-US" sz="1600">
                <a:solidFill>
                  <a:srgbClr val="A31515"/>
                </a:solidFill>
                <a:latin typeface="Consolas"/>
                <a:ea typeface="Consolas"/>
                <a:cs typeface="Consolas"/>
                <a:sym typeface="Consolas"/>
              </a:rPr>
              <a:t>'Timeout error occurred: </a:t>
            </a:r>
            <a:r>
              <a:rPr lang="en-US" sz="1600">
                <a:latin typeface="Consolas"/>
                <a:ea typeface="Consolas"/>
                <a:cs typeface="Consolas"/>
                <a:sym typeface="Consolas"/>
              </a:rPr>
              <a:t>{timeout_err}</a:t>
            </a:r>
            <a:r>
              <a:rPr lang="en-US" sz="1600">
                <a:solidFill>
                  <a:srgbClr val="A31515"/>
                </a:solidFill>
                <a:latin typeface="Consolas"/>
                <a:ea typeface="Consolas"/>
                <a:cs typeface="Consolas"/>
                <a:sym typeface="Consolas"/>
              </a:rPr>
              <a:t>'</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solidFill>
                  <a:srgbClr val="9723B4"/>
                </a:solidFill>
                <a:latin typeface="Consolas"/>
                <a:ea typeface="Consolas"/>
                <a:cs typeface="Consolas"/>
                <a:sym typeface="Consolas"/>
              </a:rPr>
              <a:t>except</a:t>
            </a:r>
            <a:r>
              <a:rPr lang="en-US" sz="1600">
                <a:latin typeface="Consolas"/>
                <a:ea typeface="Consolas"/>
                <a:cs typeface="Consolas"/>
                <a:sym typeface="Consolas"/>
              </a:rPr>
              <a:t> Exception </a:t>
            </a:r>
            <a:r>
              <a:rPr lang="en-US" sz="1600">
                <a:solidFill>
                  <a:srgbClr val="9723B4"/>
                </a:solidFill>
                <a:latin typeface="Consolas"/>
                <a:ea typeface="Consolas"/>
                <a:cs typeface="Consolas"/>
                <a:sym typeface="Consolas"/>
              </a:rPr>
              <a:t>as</a:t>
            </a:r>
            <a:r>
              <a:rPr lang="en-US" sz="1600">
                <a:latin typeface="Consolas"/>
                <a:ea typeface="Consolas"/>
                <a:cs typeface="Consolas"/>
                <a:sym typeface="Consolas"/>
              </a:rPr>
              <a:t> e:</a:t>
            </a:r>
            <a:endParaRPr sz="1600">
              <a:latin typeface="Consolas"/>
              <a:ea typeface="Consolas"/>
              <a:cs typeface="Consolas"/>
              <a:sym typeface="Consolas"/>
            </a:endParaRPr>
          </a:p>
          <a:p>
            <a:pPr marL="0" lvl="0" indent="0" algn="l" rtl="0">
              <a:lnSpc>
                <a:spcPct val="127777"/>
              </a:lnSpc>
              <a:spcBef>
                <a:spcPts val="0"/>
              </a:spcBef>
              <a:spcAft>
                <a:spcPts val="0"/>
              </a:spcAft>
              <a:buNone/>
            </a:pPr>
            <a:r>
              <a:rPr lang="en-US" sz="1600">
                <a:latin typeface="Consolas"/>
                <a:ea typeface="Consolas"/>
                <a:cs typeface="Consolas"/>
                <a:sym typeface="Consolas"/>
              </a:rPr>
              <a:t>   </a:t>
            </a:r>
            <a:r>
              <a:rPr lang="en-US" sz="1600">
                <a:solidFill>
                  <a:srgbClr val="6A5221"/>
                </a:solidFill>
                <a:latin typeface="Consolas"/>
                <a:ea typeface="Consolas"/>
                <a:cs typeface="Consolas"/>
                <a:sym typeface="Consolas"/>
              </a:rPr>
              <a:t>print</a:t>
            </a:r>
            <a:r>
              <a:rPr lang="en-US" sz="1600">
                <a:latin typeface="Consolas"/>
                <a:ea typeface="Consolas"/>
                <a:cs typeface="Consolas"/>
                <a:sym typeface="Consolas"/>
              </a:rPr>
              <a:t>(</a:t>
            </a:r>
            <a:r>
              <a:rPr lang="en-US" sz="1600">
                <a:solidFill>
                  <a:srgbClr val="0000FF"/>
                </a:solidFill>
                <a:latin typeface="Consolas"/>
                <a:ea typeface="Consolas"/>
                <a:cs typeface="Consolas"/>
                <a:sym typeface="Consolas"/>
              </a:rPr>
              <a:t>f</a:t>
            </a:r>
            <a:r>
              <a:rPr lang="en-US" sz="1600">
                <a:solidFill>
                  <a:srgbClr val="A31515"/>
                </a:solidFill>
                <a:latin typeface="Consolas"/>
                <a:ea typeface="Consolas"/>
                <a:cs typeface="Consolas"/>
                <a:sym typeface="Consolas"/>
              </a:rPr>
              <a:t>'An unexpected error occurred: </a:t>
            </a:r>
            <a:r>
              <a:rPr lang="en-US" sz="1600">
                <a:latin typeface="Consolas"/>
                <a:ea typeface="Consolas"/>
                <a:cs typeface="Consolas"/>
                <a:sym typeface="Consolas"/>
              </a:rPr>
              <a:t>{e}</a:t>
            </a:r>
            <a:r>
              <a:rPr lang="en-US" sz="1600">
                <a:solidFill>
                  <a:srgbClr val="A31515"/>
                </a:solidFill>
                <a:latin typeface="Consolas"/>
                <a:ea typeface="Consolas"/>
                <a:cs typeface="Consolas"/>
                <a:sym typeface="Consolas"/>
              </a:rPr>
              <a:t>'</a:t>
            </a:r>
            <a:r>
              <a:rPr lang="en-US" sz="1600">
                <a:latin typeface="Consolas"/>
                <a:ea typeface="Consolas"/>
                <a:cs typeface="Consolas"/>
                <a:sym typeface="Consolas"/>
              </a:rPr>
              <a:t>)</a:t>
            </a:r>
            <a:endParaRPr sz="1600">
              <a:latin typeface="Consolas"/>
              <a:ea typeface="Consolas"/>
              <a:cs typeface="Consolas"/>
              <a:sym typeface="Consolas"/>
            </a:endParaRPr>
          </a:p>
          <a:p>
            <a:pPr marL="0" lvl="0" indent="0" algn="l" rtl="0">
              <a:lnSpc>
                <a:spcPct val="127777"/>
              </a:lnSpc>
              <a:spcBef>
                <a:spcPts val="0"/>
              </a:spcBef>
              <a:spcAft>
                <a:spcPts val="0"/>
              </a:spcAft>
              <a:buNone/>
            </a:pPr>
            <a:endParaRPr sz="1600">
              <a:solidFill>
                <a:srgbClr val="9723B4"/>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txBox="1">
            <a:spLocks noGrp="1"/>
          </p:cNvSpPr>
          <p:nvPr>
            <p:ph type="body" idx="1"/>
          </p:nvPr>
        </p:nvSpPr>
        <p:spPr>
          <a:xfrm>
            <a:off x="2550375" y="4837125"/>
            <a:ext cx="6722400" cy="9969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en-US"/>
              <a:t>Conclusion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6"/>
          <p:cNvSpPr txBox="1">
            <a:spLocks noGrp="1"/>
          </p:cNvSpPr>
          <p:nvPr>
            <p:ph type="title"/>
          </p:nvPr>
        </p:nvSpPr>
        <p:spPr>
          <a:xfrm>
            <a:off x="838200" y="365130"/>
            <a:ext cx="10515600" cy="4599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0"/>
              </a:spcBef>
              <a:spcAft>
                <a:spcPts val="0"/>
              </a:spcAft>
              <a:buNone/>
            </a:pPr>
            <a:r>
              <a:rPr lang="en-US">
                <a:solidFill>
                  <a:schemeClr val="dk1"/>
                </a:solidFill>
              </a:rPr>
              <a:t>Conclusion</a:t>
            </a:r>
            <a:endParaRPr>
              <a:solidFill>
                <a:schemeClr val="dk1"/>
              </a:solidFill>
            </a:endParaRPr>
          </a:p>
        </p:txBody>
      </p:sp>
      <p:sp>
        <p:nvSpPr>
          <p:cNvPr id="356" name="Google Shape;356;p36"/>
          <p:cNvSpPr txBox="1">
            <a:spLocks noGrp="1"/>
          </p:cNvSpPr>
          <p:nvPr>
            <p:ph type="body" idx="1"/>
          </p:nvPr>
        </p:nvSpPr>
        <p:spPr>
          <a:xfrm>
            <a:off x="838200" y="1292152"/>
            <a:ext cx="11328300" cy="5312400"/>
          </a:xfrm>
          <a:prstGeom prst="rect">
            <a:avLst/>
          </a:prstGeom>
          <a:solidFill>
            <a:schemeClr val="lt1"/>
          </a:solid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Clr>
                <a:srgbClr val="000000"/>
              </a:buClr>
              <a:buSzPts val="1800"/>
              <a:buFont typeface="Geologica"/>
              <a:buChar char="●"/>
            </a:pPr>
            <a:r>
              <a:rPr lang="en-US" sz="1800" b="0">
                <a:solidFill>
                  <a:srgbClr val="000000"/>
                </a:solidFill>
                <a:highlight>
                  <a:srgbClr val="FCFBFB"/>
                </a:highlight>
              </a:rPr>
              <a:t>Web scraping enables automated data collection from websites</a:t>
            </a:r>
            <a:endParaRPr sz="1800" b="0">
              <a:solidFill>
                <a:srgbClr val="000000"/>
              </a:solidFill>
              <a:highlight>
                <a:srgbClr val="FCFBFB"/>
              </a:highlight>
            </a:endParaRPr>
          </a:p>
          <a:p>
            <a:pPr marL="457200" lvl="0" indent="0" algn="l" rtl="0">
              <a:lnSpc>
                <a:spcPct val="115000"/>
              </a:lnSpc>
              <a:spcBef>
                <a:spcPts val="900"/>
              </a:spcBef>
              <a:spcAft>
                <a:spcPts val="0"/>
              </a:spcAft>
              <a:buNone/>
            </a:pPr>
            <a:endParaRPr sz="1800" b="0">
              <a:solidFill>
                <a:srgbClr val="000000"/>
              </a:solidFill>
              <a:highlight>
                <a:srgbClr val="FCFBFB"/>
              </a:highlight>
            </a:endParaRPr>
          </a:p>
          <a:p>
            <a:pPr marL="457200" lvl="0" indent="-342900" algn="l" rtl="0">
              <a:lnSpc>
                <a:spcPct val="115000"/>
              </a:lnSpc>
              <a:spcBef>
                <a:spcPts val="900"/>
              </a:spcBef>
              <a:spcAft>
                <a:spcPts val="0"/>
              </a:spcAft>
              <a:buClr>
                <a:srgbClr val="000000"/>
              </a:buClr>
              <a:buSzPts val="1800"/>
              <a:buFont typeface="Geologica"/>
              <a:buChar char="●"/>
            </a:pPr>
            <a:r>
              <a:rPr lang="en-US" sz="1800" b="0">
                <a:solidFill>
                  <a:srgbClr val="000000"/>
                </a:solidFill>
                <a:highlight>
                  <a:srgbClr val="FCFBFB"/>
                </a:highlight>
              </a:rPr>
              <a:t>Use BeautifulSoup and requests for HTML parsing and HTTP requests</a:t>
            </a:r>
            <a:endParaRPr sz="1800" b="0">
              <a:solidFill>
                <a:srgbClr val="000000"/>
              </a:solidFill>
              <a:highlight>
                <a:srgbClr val="FCFBFB"/>
              </a:highlight>
            </a:endParaRPr>
          </a:p>
          <a:p>
            <a:pPr marL="457200" lvl="0" indent="0" algn="l" rtl="0">
              <a:lnSpc>
                <a:spcPct val="115000"/>
              </a:lnSpc>
              <a:spcBef>
                <a:spcPts val="900"/>
              </a:spcBef>
              <a:spcAft>
                <a:spcPts val="0"/>
              </a:spcAft>
              <a:buNone/>
            </a:pPr>
            <a:endParaRPr sz="1800" b="0">
              <a:solidFill>
                <a:srgbClr val="000000"/>
              </a:solidFill>
              <a:highlight>
                <a:srgbClr val="FCFBFB"/>
              </a:highlight>
            </a:endParaRPr>
          </a:p>
          <a:p>
            <a:pPr marL="457200" lvl="0" indent="-342900" algn="l" rtl="0">
              <a:lnSpc>
                <a:spcPct val="115000"/>
              </a:lnSpc>
              <a:spcBef>
                <a:spcPts val="900"/>
              </a:spcBef>
              <a:spcAft>
                <a:spcPts val="0"/>
              </a:spcAft>
              <a:buClr>
                <a:srgbClr val="000000"/>
              </a:buClr>
              <a:buSzPts val="1800"/>
              <a:buChar char="●"/>
            </a:pPr>
            <a:r>
              <a:rPr lang="en-US" sz="1800" b="0">
                <a:solidFill>
                  <a:srgbClr val="000000"/>
                </a:solidFill>
                <a:highlight>
                  <a:srgbClr val="FCFBFB"/>
                </a:highlight>
              </a:rPr>
              <a:t>Handle XML data with </a:t>
            </a:r>
            <a:r>
              <a:rPr lang="en-US" sz="1800" b="0">
                <a:solidFill>
                  <a:srgbClr val="188038"/>
                </a:solidFill>
                <a:highlight>
                  <a:srgbClr val="FCFBFB"/>
                </a:highlight>
              </a:rPr>
              <a:t>xml.etree.ElementTree</a:t>
            </a:r>
            <a:endParaRPr sz="1800" b="0">
              <a:solidFill>
                <a:srgbClr val="000000"/>
              </a:solidFill>
              <a:highlight>
                <a:srgbClr val="FCFBFB"/>
              </a:highlight>
            </a:endParaRPr>
          </a:p>
          <a:p>
            <a:pPr marL="457200" lvl="0" indent="0" algn="l" rtl="0">
              <a:lnSpc>
                <a:spcPct val="115000"/>
              </a:lnSpc>
              <a:spcBef>
                <a:spcPts val="900"/>
              </a:spcBef>
              <a:spcAft>
                <a:spcPts val="0"/>
              </a:spcAft>
              <a:buNone/>
            </a:pPr>
            <a:endParaRPr sz="1800" b="0">
              <a:solidFill>
                <a:srgbClr val="000000"/>
              </a:solidFill>
              <a:highlight>
                <a:srgbClr val="FCFBFB"/>
              </a:highlight>
            </a:endParaRPr>
          </a:p>
          <a:p>
            <a:pPr marL="457200" lvl="0" indent="-342900" algn="l" rtl="0">
              <a:lnSpc>
                <a:spcPct val="115000"/>
              </a:lnSpc>
              <a:spcBef>
                <a:spcPts val="900"/>
              </a:spcBef>
              <a:spcAft>
                <a:spcPts val="0"/>
              </a:spcAft>
              <a:buClr>
                <a:srgbClr val="000000"/>
              </a:buClr>
              <a:buSzPts val="1800"/>
              <a:buFont typeface="Geologica"/>
              <a:buChar char="●"/>
            </a:pPr>
            <a:r>
              <a:rPr lang="en-US" sz="1800" b="0">
                <a:solidFill>
                  <a:srgbClr val="000000"/>
                </a:solidFill>
                <a:highlight>
                  <a:srgbClr val="FCFBFB"/>
                </a:highlight>
              </a:rPr>
              <a:t>Manage errors and delays responsibly.</a:t>
            </a:r>
            <a:endParaRPr sz="1800" b="0">
              <a:solidFill>
                <a:srgbClr val="000000"/>
              </a:solidFill>
              <a:highlight>
                <a:srgbClr val="FCFBFB"/>
              </a:highlight>
            </a:endParaRPr>
          </a:p>
          <a:p>
            <a:pPr marL="457200" lvl="0" indent="0" algn="l" rtl="0">
              <a:lnSpc>
                <a:spcPct val="115000"/>
              </a:lnSpc>
              <a:spcBef>
                <a:spcPts val="900"/>
              </a:spcBef>
              <a:spcAft>
                <a:spcPts val="0"/>
              </a:spcAft>
              <a:buNone/>
            </a:pPr>
            <a:endParaRPr sz="1800" b="0">
              <a:solidFill>
                <a:srgbClr val="000000"/>
              </a:solidFill>
              <a:highlight>
                <a:srgbClr val="FCFBFB"/>
              </a:highlight>
            </a:endParaRPr>
          </a:p>
          <a:p>
            <a:pPr marL="457200" lvl="0" indent="0" algn="l" rtl="0">
              <a:lnSpc>
                <a:spcPct val="115000"/>
              </a:lnSpc>
              <a:spcBef>
                <a:spcPts val="900"/>
              </a:spcBef>
              <a:spcAft>
                <a:spcPts val="0"/>
              </a:spcAft>
              <a:buNone/>
            </a:pPr>
            <a:endParaRPr sz="1600" b="0">
              <a:solidFill>
                <a:srgbClr val="000000"/>
              </a:solidFill>
              <a:highlight>
                <a:srgbClr val="FCFBFB"/>
              </a:highlight>
            </a:endParaRPr>
          </a:p>
          <a:p>
            <a:pPr marL="0" lvl="0" indent="457200" algn="l" rtl="0">
              <a:lnSpc>
                <a:spcPct val="115000"/>
              </a:lnSpc>
              <a:spcBef>
                <a:spcPts val="900"/>
              </a:spcBef>
              <a:spcAft>
                <a:spcPts val="0"/>
              </a:spcAft>
              <a:buNone/>
            </a:pPr>
            <a:endParaRPr sz="1600">
              <a:solidFill>
                <a:srgbClr val="000000"/>
              </a:solidFill>
            </a:endParaRPr>
          </a:p>
        </p:txBody>
      </p:sp>
      <p:sp>
        <p:nvSpPr>
          <p:cNvPr id="357" name="Google Shape;357;p36"/>
          <p:cNvSpPr txBox="1"/>
          <p:nvPr/>
        </p:nvSpPr>
        <p:spPr>
          <a:xfrm>
            <a:off x="4677878" y="3022333"/>
            <a:ext cx="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37"/>
          <p:cNvPicPr preferRelativeResize="0"/>
          <p:nvPr/>
        </p:nvPicPr>
        <p:blipFill>
          <a:blip r:embed="rId3">
            <a:alphaModFix/>
          </a:blip>
          <a:stretch>
            <a:fillRect/>
          </a:stretch>
        </p:blipFill>
        <p:spPr>
          <a:xfrm>
            <a:off x="370350" y="247650"/>
            <a:ext cx="5949200" cy="6362699"/>
          </a:xfrm>
          <a:prstGeom prst="rect">
            <a:avLst/>
          </a:prstGeom>
          <a:noFill/>
          <a:ln>
            <a:noFill/>
          </a:ln>
        </p:spPr>
      </p:pic>
    </p:spTree>
  </p:cSld>
  <p:clrMapOvr>
    <a:masterClrMapping/>
  </p:clrMapOvr>
</p:sld>
</file>

<file path=ppt/theme/theme1.xml><?xml version="1.0" encoding="utf-8"?>
<a:theme xmlns:a="http://schemas.openxmlformats.org/drawingml/2006/main" name="Templates">
  <a:themeElements>
    <a:clrScheme name="Levi9">
      <a:dk1>
        <a:srgbClr val="090909"/>
      </a:dk1>
      <a:lt1>
        <a:srgbClr val="FFFFFF"/>
      </a:lt1>
      <a:dk2>
        <a:srgbClr val="202046"/>
      </a:dk2>
      <a:lt2>
        <a:srgbClr val="F8F8F8"/>
      </a:lt2>
      <a:accent1>
        <a:srgbClr val="0528A0"/>
      </a:accent1>
      <a:accent2>
        <a:srgbClr val="113BC3"/>
      </a:accent2>
      <a:accent3>
        <a:srgbClr val="456DF0"/>
      </a:accent3>
      <a:accent4>
        <a:srgbClr val="D1DBFB"/>
      </a:accent4>
      <a:accent5>
        <a:srgbClr val="EFF3FF"/>
      </a:accent5>
      <a:accent6>
        <a:srgbClr val="FF6608"/>
      </a:accent6>
      <a:hlink>
        <a:srgbClr val="456DF0"/>
      </a:hlink>
      <a:folHlink>
        <a:srgbClr val="3636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7f2ec83-e677-438d-afb7-4c7c0dbc872b}" enabled="1" method="Standard" siteId="{3bc062e4-ac9d-4c17-b4dd-3aad637ff1ac}" contentBits="0" removed="0"/>
</clbl:labelList>
</file>

<file path=docProps/app.xml><?xml version="1.0" encoding="utf-8"?>
<Properties xmlns="http://schemas.openxmlformats.org/officeDocument/2006/extended-properties" xmlns:vt="http://schemas.openxmlformats.org/officeDocument/2006/docPropsVTypes">
  <TotalTime>1</TotalTime>
  <Words>881</Words>
  <Application>Microsoft Macintosh PowerPoint</Application>
  <PresentationFormat>Widescreen</PresentationFormat>
  <Paragraphs>95</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Geologica Light</vt:lpstr>
      <vt:lpstr>Geologica Medium</vt:lpstr>
      <vt:lpstr>Arial</vt:lpstr>
      <vt:lpstr>Consolas</vt:lpstr>
      <vt:lpstr>Geologica</vt:lpstr>
      <vt:lpstr>DM Sans</vt:lpstr>
      <vt:lpstr>Calibri</vt:lpstr>
      <vt:lpstr>Templates</vt:lpstr>
      <vt:lpstr> Web Scraping </vt:lpstr>
      <vt:lpstr>Summary </vt:lpstr>
      <vt:lpstr>PowerPoint Presentation</vt:lpstr>
      <vt:lpstr>Introduction to web scraping</vt:lpstr>
      <vt:lpstr>PowerPoint Presentation</vt:lpstr>
      <vt:lpstr>Extracting data with BeautifulSoup and requests</vt:lpstr>
      <vt:lpstr>PowerPoint Presentation</vt:lpstr>
      <vt:lpstr>Navigating the HTML structure</vt:lpstr>
      <vt:lpstr>Extracting specific data</vt:lpstr>
      <vt:lpstr>Handling XML data</vt:lpstr>
      <vt:lpstr>Navigating XML files</vt:lpstr>
      <vt:lpstr>PowerPoint Presentation</vt:lpstr>
      <vt:lpstr>Handling errors and timeouts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Sfarghiu Andrei</cp:lastModifiedBy>
  <cp:revision>1</cp:revision>
  <dcterms:modified xsi:type="dcterms:W3CDTF">2025-08-05T06:54:25Z</dcterms:modified>
</cp:coreProperties>
</file>